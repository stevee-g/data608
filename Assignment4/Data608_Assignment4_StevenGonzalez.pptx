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sldIdLst>
    <p:sldId id="256" r:id="rId3"/>
    <p:sldId id="257" r:id="rId4"/>
    <p:sldId id="258" r:id="rId5"/>
    <p:sldId id="261" r:id="rId6"/>
    <p:sldId id="262" r:id="rId7"/>
    <p:sldId id="263" r:id="rId8"/>
    <p:sldId id="264" r:id="rId9"/>
    <p:sldId id="259"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18E"/>
    <a:srgbClr val="008992"/>
    <a:srgbClr val="017189"/>
    <a:srgbClr val="007589"/>
    <a:srgbClr val="12577B"/>
    <a:srgbClr val="0B5E80"/>
    <a:srgbClr val="00A89D"/>
    <a:srgbClr val="242D68"/>
    <a:srgbClr val="019D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75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6:59.738"/>
    </inkml:context>
    <inkml:brush xml:id="br0">
      <inkml:brushProperty name="width" value="0.2" units="cm"/>
      <inkml:brushProperty name="height" value="0.2" units="cm"/>
      <inkml:brushProperty name="color" value="#33CCFF"/>
    </inkml:brush>
  </inkml:definitions>
  <inkml:trace contextRef="#ctx0" brushRef="#br0">0 34 24575,'1'4'0,"0"-1"0,-1 1 0,1-1 0,1 0 0,-1 1 0,0-1 0,1 0 0,0 0 0,0 0 0,0 0 0,0 0 0,3 3 0,31 31 0,-28-31 0,0 0 0,1-1 0,-1 0 0,1 0 0,0-1 0,0 0 0,0 0 0,12 2 0,9 0 0,40 5 0,-42-8 0,46 11 0,-45-7 0,-22-6 0,-1 1 0,1 0 0,-1 0 0,1 0 0,-1 0 0,0 1 0,0 0 0,7 5 0,-13-8 0,1 1 0,-1-1 0,1 0 0,-1 1 0,1-1 0,-1 0 0,1 1 0,0-1 0,-1 0 0,1 0 0,-1 1 0,1-1 0,-1 0 0,1 0 0,0 0 0,-1 0 0,1 0 0,0 0 0,-1 0 0,1 0 0,-1 0 0,1 0 0,0 0 0,-1 0 0,1-1 0,0 1 0,-1 0 0,1 0 0,-1-1 0,1 1 0,-1 0 0,1-1 0,-1 1 0,2-1 0,-1-1 0,0 0 0,1 0 0,-1 0 0,0-1 0,0 1 0,0 0 0,0 0 0,0-1 0,0-3 0,5-52 0,-6 32-115,-1 19 37,0 0 0,1 0 0,0 0 0,0 0 0,1-1-1,-1 2 1,2-1 0,-1 0 0,1 0 0,0 0 0,0 0 0,1 1-1,0 0 1,0-1 0,5-6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04.897"/>
    </inkml:context>
    <inkml:brush xml:id="br0">
      <inkml:brushProperty name="width" value="0.2" units="cm"/>
      <inkml:brushProperty name="height" value="0.2" units="cm"/>
      <inkml:brushProperty name="color" value="#33CCFF"/>
    </inkml:brush>
  </inkml:definitions>
  <inkml:trace contextRef="#ctx0" brushRef="#br0">0 0 24549,'1301'248'0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09.617"/>
    </inkml:context>
    <inkml:brush xml:id="br0">
      <inkml:brushProperty name="width" value="0.2" units="cm"/>
      <inkml:brushProperty name="height" value="0.2" units="cm"/>
      <inkml:brushProperty name="color" value="#33CCFF"/>
    </inkml:brush>
  </inkml:definitions>
  <inkml:trace contextRef="#ctx0" brushRef="#br0">265 0 24545,'-264'1068'0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14.479"/>
    </inkml:context>
    <inkml:brush xml:id="br0">
      <inkml:brushProperty name="width" value="0.2" units="cm"/>
      <inkml:brushProperty name="height" value="0.2" units="cm"/>
      <inkml:brushProperty name="color" value="#33CCFF"/>
    </inkml:brush>
  </inkml:definitions>
  <inkml:trace contextRef="#ctx0" brushRef="#br0">759 124 24529,'-759'-124'0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17.651"/>
    </inkml:context>
    <inkml:brush xml:id="br0">
      <inkml:brushProperty name="width" value="0.2" units="cm"/>
      <inkml:brushProperty name="height" value="0.2" units="cm"/>
      <inkml:brushProperty name="color" value="#33CCFF"/>
    </inkml:brush>
  </inkml:definitions>
  <inkml:trace contextRef="#ctx0" brushRef="#br0">543 15 24380,'-543'-15'0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20.104"/>
    </inkml:context>
    <inkml:brush xml:id="br0">
      <inkml:brushProperty name="width" value="0.2" units="cm"/>
      <inkml:brushProperty name="height" value="0.2" units="cm"/>
      <inkml:brushProperty name="color" value="#33CCFF"/>
    </inkml:brush>
  </inkml:definitions>
  <inkml:trace contextRef="#ctx0" brushRef="#br0">1 229 24575,'0'-2'0,"0"-4"0,0-4 0,0-2 0,0-2 0,0-4 0,0-4 0,0-1 0,0 1 0,0 1 0,0 2 0,0-1 0,0 0 0,0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22.511"/>
    </inkml:context>
    <inkml:brush xml:id="br0">
      <inkml:brushProperty name="width" value="0.2" units="cm"/>
      <inkml:brushProperty name="height" value="0.2" units="cm"/>
      <inkml:brushProperty name="color" value="#33CCFF"/>
    </inkml:brush>
  </inkml:definitions>
  <inkml:trace contextRef="#ctx0" brushRef="#br0">266 122 24575,'-4'-1'0,"1"0"0,0 0 0,-1-1 0,1 1 0,0-1 0,0 0 0,0 0 0,0 0 0,0 0 0,-2-3 0,-14-9 0,-22-1 0,33 12 0,1 1 0,-1-1 0,0 0 0,-10-7 0,1 0 0,0 1 0,-21-7 0,20 9 0,-11-2-1365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24.747"/>
    </inkml:context>
    <inkml:brush xml:id="br0">
      <inkml:brushProperty name="width" value="0.2" units="cm"/>
      <inkml:brushProperty name="height" value="0.2" units="cm"/>
      <inkml:brushProperty name="color" value="#33CCFF"/>
    </inkml:brush>
  </inkml:definitions>
  <inkml:trace contextRef="#ctx0" brushRef="#br0">1 651 24264,'77'-651'0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41.033"/>
    </inkml:context>
    <inkml:brush xml:id="br0">
      <inkml:brushProperty name="width" value="0.2" units="cm"/>
      <inkml:brushProperty name="height" value="0.2" units="cm"/>
      <inkml:brushProperty name="color" value="#33CCFF"/>
    </inkml:brush>
  </inkml:definitions>
  <inkml:trace contextRef="#ctx0" brushRef="#br0">1 1 24352,'1084'263'0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7:53.787"/>
    </inkml:context>
    <inkml:brush xml:id="br0">
      <inkml:brushProperty name="width" value="0.2" units="cm"/>
      <inkml:brushProperty name="height" value="0.2" units="cm"/>
      <inkml:brushProperty name="color" value="#33CCFF"/>
    </inkml:brush>
  </inkml:definitions>
  <inkml:trace contextRef="#ctx0" brushRef="#br0">248 0 24490,'-248'930'0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00.039"/>
    </inkml:context>
    <inkml:brush xml:id="br0">
      <inkml:brushProperty name="width" value="0.2" units="cm"/>
      <inkml:brushProperty name="height" value="0.2" units="cm"/>
      <inkml:brushProperty name="color" value="#33CCFF"/>
    </inkml:brush>
  </inkml:definitions>
  <inkml:trace contextRef="#ctx0" brushRef="#br0">0 0 24550,'1425'2106'0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04.259"/>
    </inkml:context>
    <inkml:brush xml:id="br0">
      <inkml:brushProperty name="width" value="0.2" units="cm"/>
      <inkml:brushProperty name="height" value="0.2" units="cm"/>
      <inkml:brushProperty name="color" value="#33CCFF"/>
    </inkml:brush>
  </inkml:definitions>
  <inkml:trace contextRef="#ctx0" brushRef="#br0">341 0 24417,'-341'511'0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07.761"/>
    </inkml:context>
    <inkml:brush xml:id="br0">
      <inkml:brushProperty name="width" value="0.2" units="cm"/>
      <inkml:brushProperty name="height" value="0.2" units="cm"/>
      <inkml:brushProperty name="color" value="#33CCFF"/>
    </inkml:brush>
  </inkml:definitions>
  <inkml:trace contextRef="#ctx0" brushRef="#br0">836 46 24503,'-836'-46'0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10.104"/>
    </inkml:context>
    <inkml:brush xml:id="br0">
      <inkml:brushProperty name="width" value="0.2" units="cm"/>
      <inkml:brushProperty name="height" value="0.2" units="cm"/>
      <inkml:brushProperty name="color" value="#33CCFF"/>
    </inkml:brush>
  </inkml:definitions>
  <inkml:trace contextRef="#ctx0" brushRef="#br0">1 314 24575,'0'-2'0,"0"-4"0,0-4 0,0-2 0,0-2 0,0-1 0,0-7 0,2-1 0,2-2 0,-1-3 0,0-1 0,-1 1 0,-1 3 0,-1 4 0,1 1 0,-1 3 0,-1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44.005"/>
    </inkml:context>
    <inkml:brush xml:id="br0">
      <inkml:brushProperty name="width" value="0.2" units="cm"/>
      <inkml:brushProperty name="height" value="0.2" units="cm"/>
      <inkml:brushProperty name="color" value="#33CCFF"/>
    </inkml:brush>
  </inkml:definitions>
  <inkml:trace contextRef="#ctx0" brushRef="#br0">180 1 24575,'-2'32'0,"-5"36"0,0-12 0,6-47 0,-1 0 0,0 0 0,0 0 0,-1 0 0,0 0 0,0 0 0,-1-1 0,0 1 0,-1-1 0,-10 14 0,4-9 0,0-1 0,-1 0 0,0 0 0,-1-2 0,-17 12 0,-1 3-1365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46.882"/>
    </inkml:context>
    <inkml:brush xml:id="br0">
      <inkml:brushProperty name="width" value="0.2" units="cm"/>
      <inkml:brushProperty name="height" value="0.2" units="cm"/>
      <inkml:brushProperty name="color" value="#33CCFF"/>
    </inkml:brush>
  </inkml:definitions>
  <inkml:trace contextRef="#ctx0" brushRef="#br0">1 0 24120,'15'542'0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49.788"/>
    </inkml:context>
    <inkml:brush xml:id="br0">
      <inkml:brushProperty name="width" value="0.2" units="cm"/>
      <inkml:brushProperty name="height" value="0.2" units="cm"/>
      <inkml:brushProperty name="color" value="#33CCFF"/>
    </inkml:brush>
  </inkml:definitions>
  <inkml:trace contextRef="#ctx0" brushRef="#br0">2 0 24575,'-2'96'0,"4"104"0,1-182 0,1-1 0,1 1 0,0-1 0,1 0 0,1 0 0,12 21 0,-9-16 0,25 32 0,-26-41 0,-1 0 0,12 22 0,1 6 0,-15-30 0,0 0 0,-1 0 0,0 1 0,0 0 0,2 13 0,-4-16 0,0 0 0,0 0 0,1-1 0,0 0 0,1 0 0,6 9 0,12 23 0,-11-15-1365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52.992"/>
    </inkml:context>
    <inkml:brush xml:id="br0">
      <inkml:brushProperty name="width" value="0.2" units="cm"/>
      <inkml:brushProperty name="height" value="0.2" units="cm"/>
      <inkml:brushProperty name="color" value="#33CCFF"/>
    </inkml:brush>
  </inkml:definitions>
  <inkml:trace contextRef="#ctx0" brushRef="#br0">0 1 24575,'0'297'-1365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55.994"/>
    </inkml:context>
    <inkml:brush xml:id="br0">
      <inkml:brushProperty name="width" value="0.2" units="cm"/>
      <inkml:brushProperty name="height" value="0.2" units="cm"/>
      <inkml:brushProperty name="color" value="#33CCFF"/>
    </inkml:brush>
  </inkml:definitions>
  <inkml:trace contextRef="#ctx0" brushRef="#br0">0 1 24575,'2'14'0,"0"-1"0,1 1 0,0-1 0,1 0 0,0 0 0,1 0 0,1 0 0,12 20 0,7 17 0,-19-38 0,1 0 0,1 0 0,0-1 0,0 0 0,14 13 0,-15-17 0,0 1 0,0-1 0,-1 1 0,0 1 0,0-1 0,-1 1 0,0 0 0,0 0 0,-1 1 0,0-1 0,3 14 0,-6-18-107,-1 0-73,1 0 0,0-1 1,0 1-1,0 0 0,1-1 1,3 7-1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8:57.791"/>
    </inkml:context>
    <inkml:brush xml:id="br0">
      <inkml:brushProperty name="width" value="0.2" units="cm"/>
      <inkml:brushProperty name="height" value="0.2" units="cm"/>
      <inkml:brushProperty name="color" value="#33CCFF"/>
    </inkml:brush>
  </inkml:definitions>
  <inkml:trace contextRef="#ctx0" brushRef="#br0">14 0 24575,'0'3'0,"0"3"0,0 3 0,0 4 0,0 1 0,0 1 0,0 4 0,0 0 0,0 1 0,0-1 0,0-2 0,-3 0 0,0 2 0,0 0 0,0 0 0,1-1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00.862"/>
    </inkml:context>
    <inkml:brush xml:id="br0">
      <inkml:brushProperty name="width" value="0.2" units="cm"/>
      <inkml:brushProperty name="height" value="0.2" units="cm"/>
      <inkml:brushProperty name="color" value="#33CCFF"/>
    </inkml:brush>
  </inkml:definitions>
  <inkml:trace contextRef="#ctx0" brushRef="#br0">0 1 24496,'698'495'0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32.523"/>
    </inkml:context>
    <inkml:brush xml:id="br0">
      <inkml:brushProperty name="width" value="0.2" units="cm"/>
      <inkml:brushProperty name="height" value="0.2" units="cm"/>
      <inkml:brushProperty name="color" value="#33CCFF"/>
    </inkml:brush>
  </inkml:definitions>
  <inkml:trace contextRef="#ctx0" brushRef="#br0">511 0 24575,'-46'2'0,"0"1"0,-79 18 0,105-17 0,0 1 0,0 2 0,1 0 0,0 1 0,0 1 0,-19 12 0,-30 11 113,-3 2-1591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35.087"/>
    </inkml:context>
    <inkml:brush xml:id="br0">
      <inkml:brushProperty name="width" value="0.2" units="cm"/>
      <inkml:brushProperty name="height" value="0.2" units="cm"/>
      <inkml:brushProperty name="color" value="#33CCFF"/>
    </inkml:brush>
  </inkml:definitions>
  <inkml:trace contextRef="#ctx0" brushRef="#br0">92 1 24575,'1'41'0,"1"-29"0,-2 0 0,1 0 0,-2 1 0,0-1 0,0 0 0,-1 0 0,0 0 0,-1 0 0,-6 16 0,-1-5 0,1 1 0,-9 35 0,-8 26 0,13-37-1365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37.368"/>
    </inkml:context>
    <inkml:brush xml:id="br0">
      <inkml:brushProperty name="width" value="0.2" units="cm"/>
      <inkml:brushProperty name="height" value="0.2" units="cm"/>
      <inkml:brushProperty name="color" value="#33CCFF"/>
    </inkml:brush>
  </inkml:definitions>
  <inkml:trace contextRef="#ctx0" brushRef="#br0">34 0 24575,'0'3'0,"-2"3"0,-2 3 0,1 3 0,0 2 0,-1 4 0,-1 2 0,1-1 0,1 0 0,1-1 0,1-1 0,1-1 0,0 0 0,0 0 0,-3-3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40.104"/>
    </inkml:context>
    <inkml:brush xml:id="br0">
      <inkml:brushProperty name="width" value="0.2" units="cm"/>
      <inkml:brushProperty name="height" value="0.2" units="cm"/>
      <inkml:brushProperty name="color" value="#33CCFF"/>
    </inkml:brush>
  </inkml:definitions>
  <inkml:trace contextRef="#ctx0" brushRef="#br0">561 2 24575,'-48'-1'0,"3"1"0,-45 4 0,75-2 0,0 1 0,0 0 0,0 1 0,1 0 0,-1 1 0,-25 14 0,-136 68 0,166-80-195,0 0 0,0 0 0,1 1 0,1 1 0,-1-1 0,-8 12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42.745"/>
    </inkml:context>
    <inkml:brush xml:id="br0">
      <inkml:brushProperty name="width" value="0.2" units="cm"/>
      <inkml:brushProperty name="height" value="0.2" units="cm"/>
      <inkml:brushProperty name="color" value="#33CCFF"/>
    </inkml:brush>
  </inkml:definitions>
  <inkml:trace contextRef="#ctx0" brushRef="#br0">0 0 24575,'0'3'0,"0"3"0,0 3 0,0 3 0,0 2 0,3 4 0,0 2 0,3-3 0,3-5 0,0-1 0,3-2 0,0-1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44.292"/>
    </inkml:context>
    <inkml:brush xml:id="br0">
      <inkml:brushProperty name="width" value="0.2" units="cm"/>
      <inkml:brushProperty name="height" value="0.2" units="cm"/>
      <inkml:brushProperty name="color" value="#33CCFF"/>
    </inkml:brush>
  </inkml:definitions>
  <inkml:trace contextRef="#ctx0" brushRef="#br0">96 1 24575,'0'13'0,"0"0"0,-1 0 0,0 0 0,-1 0 0,-1 0 0,0-1 0,0 1 0,-1-1 0,-1 1 0,-7 12 0,-7 11-18,10-19-431,0-1 0,-16 22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48.201"/>
    </inkml:context>
    <inkml:brush xml:id="br0">
      <inkml:brushProperty name="width" value="0.2" units="cm"/>
      <inkml:brushProperty name="height" value="0.2" units="cm"/>
      <inkml:brushProperty name="color" value="#33CCFF"/>
    </inkml:brush>
  </inkml:definitions>
  <inkml:trace contextRef="#ctx0" brushRef="#br0">1 232 24394,'1254'-232'0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39:50.857"/>
    </inkml:context>
    <inkml:brush xml:id="br0">
      <inkml:brushProperty name="width" value="0.2" units="cm"/>
      <inkml:brushProperty name="height" value="0.2" units="cm"/>
      <inkml:brushProperty name="color" value="#33CCFF"/>
    </inkml:brush>
  </inkml:definitions>
  <inkml:trace contextRef="#ctx0" brushRef="#br0">1 0 24575,'13'2'0,"-1"0"0,1 0 0,0 1 0,-1 1 0,1 0 0,12 7 0,-15-6 0,5 1 0,-1 1 0,1 1 0,-1 0 0,16 14 0,-18-13 0,1 0 0,0-1 0,1-1 0,21 9 0,-29-14-218,0-1-1,0 1 0,0-1 0,0-1 1,9 1-1,-15-1 166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40:16.160"/>
    </inkml:context>
    <inkml:brush xml:id="br0">
      <inkml:brushProperty name="width" value="0.2" units="cm"/>
      <inkml:brushProperty name="height" value="0.2" units="cm"/>
      <inkml:brushProperty name="color" value="#33CCFF"/>
    </inkml:brush>
  </inkml:definitions>
  <inkml:trace contextRef="#ctx0" brushRef="#br0">2 0 24575,'-1'32'0,"0"-17"0,1 1 0,4 28 0,-3-39 0,0 0 0,0-1 0,1 1 0,-1 0 0,1 0 0,0-1 0,1 1 0,-1-1 0,1 0 0,0 0 0,0 0 0,7 7 0,-4-3 0,1-1 0,-1 1 0,-1 1 0,0-1 0,0 1 0,7 18 0,12 21 0,-20-39 0,1 0 0,-2 0 0,1 1 0,3 17 0,7 20 0,-11-38-195,0 1 0,-1 0 0,0-1 0,0 1 0,-1 0 0,-1 20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40:18.832"/>
    </inkml:context>
    <inkml:brush xml:id="br0">
      <inkml:brushProperty name="width" value="0.2" units="cm"/>
      <inkml:brushProperty name="height" value="0.2" units="cm"/>
      <inkml:brushProperty name="color" value="#33CCFF"/>
    </inkml:brush>
  </inkml:definitions>
  <inkml:trace contextRef="#ctx0" brushRef="#br0">2 0 24575,'-1'90'0,"2"100"0,2-169 0,1-1 0,0 1 0,2-1 0,0 0 0,1 0 0,1 0 0,1-1 0,17 29 0,-12-29 0,1-1 0,20 21 0,-23-27 0,-1 0 0,-1 0 0,0 1 0,0 0 0,-1 0 0,13 30 0,-12-17-195,-2 0 0,-1 1 0,-1 0 0,-1 1 0,-2 0 0,1 48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40:21.410"/>
    </inkml:context>
    <inkml:brush xml:id="br0">
      <inkml:brushProperty name="width" value="0.2" units="cm"/>
      <inkml:brushProperty name="height" value="0.2" units="cm"/>
      <inkml:brushProperty name="color" value="#33CCFF"/>
    </inkml:brush>
  </inkml:definitions>
  <inkml:trace contextRef="#ctx0" brushRef="#br0">1 230 24575,'18'-2'0,"1"0"0,0-2 0,21-6 0,98-38 0,-126 45 0,-8 2 0,-1 1 0,0 0 0,1-1 0,-1 0 0,0 0 0,0 0 0,0 0 0,0-1 0,0 1 0,0-1 0,0 0 0,0 0 0,0 0 0,-1 0 0,1 0 0,-1-1 0,0 1 0,1-1 0,-1 1 0,0-1 0,-1 0 0,1 0 0,0 0 0,1-4 0,11-21-70,-10 19-115,1-1 0,-1 1 0,0-1 0,-1 1 0,0-1 0,2-15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7:40:22.762"/>
    </inkml:context>
    <inkml:brush xml:id="br0">
      <inkml:brushProperty name="width" value="0.2" units="cm"/>
      <inkml:brushProperty name="height" value="0.2" units="cm"/>
      <inkml:brushProperty name="color" value="#33CCFF"/>
    </inkml:brush>
  </inkml:definitions>
  <inkml:trace contextRef="#ctx0" brushRef="#br0">129 0 24575,'-3'0'0,"-3"0"0,0 3 0,-3 1 0,1 2 0,-1 0 0,1 1 0,-3 1 0,-3-2 0,1 0 0,0 0 0,3 4 0,0 1 0,2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19088-241E-DA96-0E28-6E16320B67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5A78F0-54E1-24FC-C4C8-3B01609493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215DD-8AE8-EE6B-23B2-B2CF2A9DDDAE}"/>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0D321C35-4725-82F4-6A58-8E2F37BBB2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ECC515-98B2-E2A0-50E0-748E2990AF66}"/>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328438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179D0-9F47-3AF2-956B-9A5F5ED8C9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08B21-E98E-3369-FBC4-E6BCA9888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E57623-30BC-0E77-109F-C1C9BF3DFFE4}"/>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41C4A6AD-7364-97DB-9D23-BD5BC8AE1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7B7B1D-F6EF-CEC6-F6C4-005E70C7EFA8}"/>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918520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8C3C8-D177-2DE7-EEC7-E20716A93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F2CE27-FCC5-85BD-7C47-3D3D1ACDBB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32D9-4A9D-D714-B73F-5916EA93AAD0}"/>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FA683EC6-F9C9-D43F-699A-36217EADFF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5F6DC-85F2-C6A5-5DA2-F6334119166E}"/>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765399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5844-D4AA-2FC8-70A1-0B4C1CA21E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CB2CE4-534A-F163-5AEC-52479D4557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2F449B-80BE-FFE4-00E4-331DED6F14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C3E2A1-C707-195C-E3B1-64FABC863BE7}"/>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a:extLst>
              <a:ext uri="{FF2B5EF4-FFF2-40B4-BE49-F238E27FC236}">
                <a16:creationId xmlns:a16="http://schemas.microsoft.com/office/drawing/2014/main" id="{923CD2BC-480D-7989-47F2-D0D39FDB28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A5A6C0-4AD8-07C7-E52D-D13596BDFEAA}"/>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4276797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2F75-C463-B554-432E-4C05FA0E4C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0F7E75-1038-4227-9B47-BD0EA5E1F2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0B0A08-0B24-967E-A916-805355AEE7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EFF58C-DE93-5590-FA51-BA80CC4797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E51C80-2F3F-9523-3F4B-DF9A2D0890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9D866C-C887-3D6B-576A-0C72A38DEDA0}"/>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8" name="Footer Placeholder 7">
            <a:extLst>
              <a:ext uri="{FF2B5EF4-FFF2-40B4-BE49-F238E27FC236}">
                <a16:creationId xmlns:a16="http://schemas.microsoft.com/office/drawing/2014/main" id="{E079DA81-774D-B0A4-F878-3BA8CDA5BD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9D6363-25C3-8000-0CB5-953B2BF0D5C2}"/>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148852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C66C-5C67-9D73-84A8-429D8E7F55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D694BC-C888-2122-0006-BF4AFACA29F4}"/>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4" name="Footer Placeholder 3">
            <a:extLst>
              <a:ext uri="{FF2B5EF4-FFF2-40B4-BE49-F238E27FC236}">
                <a16:creationId xmlns:a16="http://schemas.microsoft.com/office/drawing/2014/main" id="{B0855323-7144-C161-D70E-69A02374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95F366-EDE0-EAD5-DAB5-BF543B869D79}"/>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514026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441110-315B-0BB9-46A0-C0CD4B21495A}"/>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3" name="Footer Placeholder 2">
            <a:extLst>
              <a:ext uri="{FF2B5EF4-FFF2-40B4-BE49-F238E27FC236}">
                <a16:creationId xmlns:a16="http://schemas.microsoft.com/office/drawing/2014/main" id="{CA7D6826-712D-4DBF-09EF-8498A0DF0B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60998A-02C0-D29A-932B-1DC06633F387}"/>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572083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FC938-2C9A-BE8D-1410-6511F067E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4A35A1-E697-966F-0518-3E4FD770E2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40B596-69A8-2869-7F75-6F40FC88E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953E5A-A1C5-5D6D-2338-139F994E43E4}"/>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a:extLst>
              <a:ext uri="{FF2B5EF4-FFF2-40B4-BE49-F238E27FC236}">
                <a16:creationId xmlns:a16="http://schemas.microsoft.com/office/drawing/2014/main" id="{7D2FB72C-55FD-4B3F-836E-AA4C9710A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FF9FF4-B2D3-0941-5EE2-3D4FB0C445E8}"/>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56602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9AE0-952E-AA8B-20DE-101F630CAA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C082A6-2908-459C-1025-ECD29402E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00356D-CAFA-4781-3CCA-B879A4B50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72FD2-BF94-D4F6-92C0-F5BD9D3ED809}"/>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a:extLst>
              <a:ext uri="{FF2B5EF4-FFF2-40B4-BE49-F238E27FC236}">
                <a16:creationId xmlns:a16="http://schemas.microsoft.com/office/drawing/2014/main" id="{5AFB4112-7CF1-8861-15F9-DA482D3BC2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CF34D-425F-934A-A224-B8DD12D1AFFE}"/>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83803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E41B-45FE-8895-6340-D44F2B10A9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A85DD-AACD-5EEE-30F3-2939F6836F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4F5F9C-14CB-92FF-622C-C9F41ED61B5E}"/>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0A0E46AC-ADAC-ABB5-02B9-747295D4F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55E7C-2400-A318-AB46-935127039E49}"/>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424549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42F9F-C779-B383-DCB9-4D7FCCEF84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9DAFC1-A9CE-6872-17B2-EFA51DA6CF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FB5E0-93E2-A61D-71D9-246EF70B74EB}"/>
              </a:ext>
            </a:extLst>
          </p:cNvPr>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4B111394-7EB8-3AAA-A31B-62ADD3579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4E197-EDE2-1CDD-7751-8588B233ADBE}"/>
              </a:ext>
            </a:extLst>
          </p:cNvPr>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002880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8810389-D8BC-4364-8C1F-B68FE6DCB696}" type="datetimeFigureOut">
              <a:rPr lang="en-US" smtClean="0"/>
              <a:t>5/26/2026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94895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100332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790106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991236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810389-D8BC-4364-8C1F-B68FE6DCB696}"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77399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810389-D8BC-4364-8C1F-B68FE6DCB696}"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8278279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10389-D8BC-4364-8C1F-B68FE6DCB696}"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2938880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018596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748277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754963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2701967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054749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10389-D8BC-4364-8C1F-B68FE6DCB696}"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1823550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810389-D8BC-4364-8C1F-B68FE6DCB696}"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457753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8810389-D8BC-4364-8C1F-B68FE6DCB696}"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2929502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17843053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10389-D8BC-4364-8C1F-B68FE6DCB696}"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C6D44-4630-41B1-A56B-2EAA7381013B}" type="slidenum">
              <a:rPr lang="en-US" smtClean="0"/>
              <a:t>‹#›</a:t>
            </a:fld>
            <a:endParaRPr lang="en-US"/>
          </a:p>
        </p:txBody>
      </p:sp>
    </p:spTree>
    <p:extLst>
      <p:ext uri="{BB962C8B-B14F-4D97-AF65-F5344CB8AC3E}">
        <p14:creationId xmlns:p14="http://schemas.microsoft.com/office/powerpoint/2010/main" val="3763755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D067C-9594-E9B9-5BF3-7A5C224B3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A6ACD9-365C-1B6C-B594-30BCE4F10D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6B5611-B49E-07E6-D8F9-8B1B3850E0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810389-D8BC-4364-8C1F-B68FE6DCB696}" type="datetimeFigureOut">
              <a:rPr lang="en-US" smtClean="0"/>
              <a:t>5/26/2026</a:t>
            </a:fld>
            <a:endParaRPr lang="en-US"/>
          </a:p>
        </p:txBody>
      </p:sp>
      <p:sp>
        <p:nvSpPr>
          <p:cNvPr id="5" name="Footer Placeholder 4">
            <a:extLst>
              <a:ext uri="{FF2B5EF4-FFF2-40B4-BE49-F238E27FC236}">
                <a16:creationId xmlns:a16="http://schemas.microsoft.com/office/drawing/2014/main" id="{8DBEFF3F-D95D-C379-6627-159F7B251C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309E40-644D-8778-196E-EF206F64A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C6D44-4630-41B1-A56B-2EAA7381013B}" type="slidenum">
              <a:rPr lang="en-US" smtClean="0"/>
              <a:t>‹#›</a:t>
            </a:fld>
            <a:endParaRPr lang="en-US"/>
          </a:p>
        </p:txBody>
      </p:sp>
    </p:spTree>
    <p:extLst>
      <p:ext uri="{BB962C8B-B14F-4D97-AF65-F5344CB8AC3E}">
        <p14:creationId xmlns:p14="http://schemas.microsoft.com/office/powerpoint/2010/main" val="3791994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8810389-D8BC-4364-8C1F-B68FE6DCB696}" type="datetimeFigureOut">
              <a:rPr lang="en-US" smtClean="0"/>
              <a:t>5/26/2026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C6C6D44-4630-41B1-A56B-2EAA7381013B}" type="slidenum">
              <a:rPr lang="en-US" smtClean="0"/>
              <a:t>‹#›</a:t>
            </a:fld>
            <a:endParaRPr lang="en-US"/>
          </a:p>
        </p:txBody>
      </p:sp>
    </p:spTree>
    <p:extLst>
      <p:ext uri="{BB962C8B-B14F-4D97-AF65-F5344CB8AC3E}">
        <p14:creationId xmlns:p14="http://schemas.microsoft.com/office/powerpoint/2010/main" val="112336552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3.png"/><Relationship Id="rId42" Type="http://schemas.openxmlformats.org/officeDocument/2006/relationships/customXml" Target="../ink/ink20.xml"/><Relationship Id="rId47" Type="http://schemas.openxmlformats.org/officeDocument/2006/relationships/image" Target="../media/image26.png"/><Relationship Id="rId63" Type="http://schemas.openxmlformats.org/officeDocument/2006/relationships/image" Target="../media/image34.png"/><Relationship Id="rId68" Type="http://schemas.openxmlformats.org/officeDocument/2006/relationships/customXml" Target="../ink/ink33.xml"/><Relationship Id="rId7" Type="http://schemas.openxmlformats.org/officeDocument/2006/relationships/image" Target="../media/image6.png"/><Relationship Id="rId2" Type="http://schemas.openxmlformats.org/officeDocument/2006/relationships/image" Target="../media/image2.png"/><Relationship Id="rId16" Type="http://schemas.openxmlformats.org/officeDocument/2006/relationships/customXml" Target="../ink/ink7.xml"/><Relationship Id="rId29" Type="http://schemas.openxmlformats.org/officeDocument/2006/relationships/image" Target="../media/image17.png"/><Relationship Id="rId11" Type="http://schemas.openxmlformats.org/officeDocument/2006/relationships/image" Target="../media/image8.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1.png"/><Relationship Id="rId40" Type="http://schemas.openxmlformats.org/officeDocument/2006/relationships/customXml" Target="../ink/ink19.xml"/><Relationship Id="rId45" Type="http://schemas.openxmlformats.org/officeDocument/2006/relationships/image" Target="../media/image25.png"/><Relationship Id="rId53" Type="http://schemas.openxmlformats.org/officeDocument/2006/relationships/image" Target="../media/image29.png"/><Relationship Id="rId58" Type="http://schemas.openxmlformats.org/officeDocument/2006/relationships/customXml" Target="../ink/ink28.xml"/><Relationship Id="rId66" Type="http://schemas.openxmlformats.org/officeDocument/2006/relationships/customXml" Target="../ink/ink32.xml"/><Relationship Id="rId5" Type="http://schemas.openxmlformats.org/officeDocument/2006/relationships/image" Target="../media/image5.png"/><Relationship Id="rId61" Type="http://schemas.openxmlformats.org/officeDocument/2006/relationships/image" Target="../media/image33.png"/><Relationship Id="rId19" Type="http://schemas.openxmlformats.org/officeDocument/2006/relationships/image" Target="../media/image12.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6.png"/><Relationship Id="rId30" Type="http://schemas.openxmlformats.org/officeDocument/2006/relationships/customXml" Target="../ink/ink14.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3.xml"/><Relationship Id="rId56" Type="http://schemas.openxmlformats.org/officeDocument/2006/relationships/customXml" Target="../ink/ink27.xml"/><Relationship Id="rId64" Type="http://schemas.openxmlformats.org/officeDocument/2006/relationships/customXml" Target="../ink/ink31.xml"/><Relationship Id="rId69" Type="http://schemas.openxmlformats.org/officeDocument/2006/relationships/image" Target="../media/image37.png"/><Relationship Id="rId8" Type="http://schemas.openxmlformats.org/officeDocument/2006/relationships/customXml" Target="../ink/ink3.xml"/><Relationship Id="rId51" Type="http://schemas.openxmlformats.org/officeDocument/2006/relationships/image" Target="../media/image28.png"/><Relationship Id="rId3"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8.xml"/><Relationship Id="rId46" Type="http://schemas.openxmlformats.org/officeDocument/2006/relationships/customXml" Target="../ink/ink22.xml"/><Relationship Id="rId59" Type="http://schemas.openxmlformats.org/officeDocument/2006/relationships/image" Target="../media/image32.png"/><Relationship Id="rId67" Type="http://schemas.openxmlformats.org/officeDocument/2006/relationships/image" Target="../media/image36.png"/><Relationship Id="rId20" Type="http://schemas.openxmlformats.org/officeDocument/2006/relationships/customXml" Target="../ink/ink9.xml"/><Relationship Id="rId41" Type="http://schemas.openxmlformats.org/officeDocument/2006/relationships/image" Target="../media/image23.png"/><Relationship Id="rId54" Type="http://schemas.openxmlformats.org/officeDocument/2006/relationships/customXml" Target="../ink/ink26.xml"/><Relationship Id="rId62" Type="http://schemas.openxmlformats.org/officeDocument/2006/relationships/customXml" Target="../ink/ink30.xml"/><Relationship Id="rId1" Type="http://schemas.openxmlformats.org/officeDocument/2006/relationships/slideLayout" Target="../slideLayouts/slideLayout13.xml"/><Relationship Id="rId6" Type="http://schemas.openxmlformats.org/officeDocument/2006/relationships/customXml" Target="../ink/ink2.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4.xml"/><Relationship Id="rId31" Type="http://schemas.openxmlformats.org/officeDocument/2006/relationships/image" Target="../media/image18.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5.png"/><Relationship Id="rId4" Type="http://schemas.openxmlformats.org/officeDocument/2006/relationships/customXml" Target="../ink/ink1.xml"/><Relationship Id="rId9" Type="http://schemas.openxmlformats.org/officeDocument/2006/relationships/image" Target="../media/image7.png"/><Relationship Id="rId13" Type="http://schemas.openxmlformats.org/officeDocument/2006/relationships/image" Target="../media/image9.png"/><Relationship Id="rId18" Type="http://schemas.openxmlformats.org/officeDocument/2006/relationships/customXml" Target="../ink/ink8.xml"/><Relationship Id="rId39" Type="http://schemas.openxmlformats.org/officeDocument/2006/relationships/image" Target="../media/image22.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30.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8" name="Picture 14">
            <a:extLst>
              <a:ext uri="{FF2B5EF4-FFF2-40B4-BE49-F238E27FC236}">
                <a16:creationId xmlns:a16="http://schemas.microsoft.com/office/drawing/2014/main" id="{5A3F5D11-9172-D7BA-5A0B-3B690AE4B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953" r="11448"/>
          <a:stretch>
            <a:fillRect/>
          </a:stretch>
        </p:blipFill>
        <p:spPr bwMode="auto">
          <a:xfrm>
            <a:off x="2522358"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5" name="Rectangle 1044">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2806C4-3969-C404-F794-EB814D971593}"/>
              </a:ext>
            </a:extLst>
          </p:cNvPr>
          <p:cNvSpPr>
            <a:spLocks noGrp="1"/>
          </p:cNvSpPr>
          <p:nvPr>
            <p:ph type="ctrTitle"/>
          </p:nvPr>
        </p:nvSpPr>
        <p:spPr>
          <a:xfrm>
            <a:off x="952229" y="552947"/>
            <a:ext cx="3973385" cy="3692028"/>
          </a:xfrm>
          <a:noFill/>
        </p:spPr>
        <p:txBody>
          <a:bodyPr>
            <a:normAutofit/>
          </a:bodyPr>
          <a:lstStyle/>
          <a:p>
            <a:pPr algn="l"/>
            <a:r>
              <a:rPr lang="en-US" sz="5200" b="1"/>
              <a:t>DATA608 Assignment 4</a:t>
            </a:r>
          </a:p>
        </p:txBody>
      </p:sp>
      <p:sp>
        <p:nvSpPr>
          <p:cNvPr id="3" name="Subtitle 2">
            <a:extLst>
              <a:ext uri="{FF2B5EF4-FFF2-40B4-BE49-F238E27FC236}">
                <a16:creationId xmlns:a16="http://schemas.microsoft.com/office/drawing/2014/main" id="{CECF1354-4985-B248-B5DD-8B04C3B9AB1A}"/>
              </a:ext>
            </a:extLst>
          </p:cNvPr>
          <p:cNvSpPr>
            <a:spLocks noGrp="1"/>
          </p:cNvSpPr>
          <p:nvPr>
            <p:ph type="subTitle" idx="1"/>
          </p:nvPr>
        </p:nvSpPr>
        <p:spPr>
          <a:xfrm>
            <a:off x="952229" y="4244975"/>
            <a:ext cx="3973386" cy="1485319"/>
          </a:xfrm>
          <a:noFill/>
        </p:spPr>
        <p:txBody>
          <a:bodyPr>
            <a:normAutofit/>
          </a:bodyPr>
          <a:lstStyle/>
          <a:p>
            <a:pPr algn="l"/>
            <a:r>
              <a:rPr lang="en-US" b="1"/>
              <a:t>Steven Gonzalez</a:t>
            </a:r>
          </a:p>
        </p:txBody>
      </p:sp>
    </p:spTree>
    <p:extLst>
      <p:ext uri="{BB962C8B-B14F-4D97-AF65-F5344CB8AC3E}">
        <p14:creationId xmlns:p14="http://schemas.microsoft.com/office/powerpoint/2010/main" val="205935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57A1-3F6C-ACD1-CB96-C3DACE71B485}"/>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10C2FB99-5E46-58B0-F8C8-21E796DE621F}"/>
              </a:ext>
            </a:extLst>
          </p:cNvPr>
          <p:cNvSpPr>
            <a:spLocks noGrp="1"/>
          </p:cNvSpPr>
          <p:nvPr>
            <p:ph idx="1"/>
          </p:nvPr>
        </p:nvSpPr>
        <p:spPr>
          <a:xfrm>
            <a:off x="1141412" y="2097088"/>
            <a:ext cx="9905999" cy="3541714"/>
          </a:xfrm>
        </p:spPr>
        <p:txBody>
          <a:bodyPr>
            <a:noAutofit/>
          </a:bodyPr>
          <a:lstStyle/>
          <a:p>
            <a:pPr marL="0" indent="0">
              <a:buNone/>
            </a:pPr>
            <a:r>
              <a:rPr lang="en-US" sz="2000" dirty="0"/>
              <a:t>I have introduced the term “Data Practitioner” as a generic job descriptor because we have so many different job role titles for individuals whose work activities overlap including Data Scientist, Data Engineer, Data Analyst, Business Analyst, Data Architect, etc.</a:t>
            </a:r>
          </a:p>
          <a:p>
            <a:pPr marL="0" indent="0">
              <a:buNone/>
            </a:pPr>
            <a:r>
              <a:rPr lang="en-US" sz="2000" dirty="0"/>
              <a:t>For this story we will answer the question, “How much do we get paid?” Your analysis and data visualizations must address the variation in average salary based on role descriptor and state.</a:t>
            </a:r>
          </a:p>
        </p:txBody>
      </p:sp>
    </p:spTree>
    <p:extLst>
      <p:ext uri="{BB962C8B-B14F-4D97-AF65-F5344CB8AC3E}">
        <p14:creationId xmlns:p14="http://schemas.microsoft.com/office/powerpoint/2010/main" val="3703115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8DD16-EA84-8174-3C0D-FDC6A59E7768}"/>
              </a:ext>
            </a:extLst>
          </p:cNvPr>
          <p:cNvSpPr>
            <a:spLocks noGrp="1"/>
          </p:cNvSpPr>
          <p:nvPr>
            <p:ph type="title"/>
          </p:nvPr>
        </p:nvSpPr>
        <p:spPr/>
        <p:txBody>
          <a:bodyPr/>
          <a:lstStyle/>
          <a:p>
            <a:r>
              <a:rPr lang="en-US" dirty="0"/>
              <a:t>Prelude</a:t>
            </a:r>
          </a:p>
        </p:txBody>
      </p:sp>
      <p:sp>
        <p:nvSpPr>
          <p:cNvPr id="3" name="Content Placeholder 2">
            <a:extLst>
              <a:ext uri="{FF2B5EF4-FFF2-40B4-BE49-F238E27FC236}">
                <a16:creationId xmlns:a16="http://schemas.microsoft.com/office/drawing/2014/main" id="{28D8DD26-6100-8CA8-8BEB-D13092DA2CF4}"/>
              </a:ext>
            </a:extLst>
          </p:cNvPr>
          <p:cNvSpPr>
            <a:spLocks noGrp="1"/>
          </p:cNvSpPr>
          <p:nvPr>
            <p:ph idx="1"/>
          </p:nvPr>
        </p:nvSpPr>
        <p:spPr>
          <a:xfrm>
            <a:off x="1141412" y="2097088"/>
            <a:ext cx="9905999" cy="3541714"/>
          </a:xfrm>
        </p:spPr>
        <p:txBody>
          <a:bodyPr>
            <a:noAutofit/>
          </a:bodyPr>
          <a:lstStyle/>
          <a:p>
            <a:pPr marL="0" indent="0">
              <a:buNone/>
            </a:pPr>
            <a:r>
              <a:rPr lang="en-US" sz="2000" dirty="0"/>
              <a:t>The field of data practitioners is one that has grown in popularity over the last couple of decades. That being the case, it has become a career with many paths. In this story, we investigate several of these paths and their relative prospects to each other and across the US.</a:t>
            </a:r>
          </a:p>
          <a:p>
            <a:pPr marL="0" indent="0">
              <a:buNone/>
            </a:pPr>
            <a:r>
              <a:rPr lang="en-US" sz="2000" dirty="0"/>
              <a:t>To do this, we:</a:t>
            </a:r>
          </a:p>
          <a:p>
            <a:r>
              <a:rPr lang="en-US" sz="1800" dirty="0"/>
              <a:t>Map salary expectations for data practitioners as a whole and </a:t>
            </a:r>
            <a:r>
              <a:rPr lang="en-US" sz="1800" b="1" u="sng" dirty="0"/>
              <a:t>visually assess prospects </a:t>
            </a:r>
            <a:r>
              <a:rPr lang="en-US" sz="1800" dirty="0"/>
              <a:t>throughout the states</a:t>
            </a:r>
          </a:p>
          <a:p>
            <a:r>
              <a:rPr lang="en-US" sz="1800" dirty="0"/>
              <a:t>Take a </a:t>
            </a:r>
            <a:r>
              <a:rPr lang="en-US" sz="1800" b="1" u="sng" dirty="0"/>
              <a:t>deeper look</a:t>
            </a:r>
            <a:r>
              <a:rPr lang="en-US" sz="1800" dirty="0"/>
              <a:t> into salary ranges for each state</a:t>
            </a:r>
          </a:p>
          <a:p>
            <a:r>
              <a:rPr lang="en-US" sz="1800" b="1" u="sng" dirty="0"/>
              <a:t>Compare</a:t>
            </a:r>
            <a:r>
              <a:rPr lang="en-US" sz="1800" dirty="0"/>
              <a:t> salary ranges amongst </a:t>
            </a:r>
            <a:r>
              <a:rPr lang="en-US" sz="1800" b="1" u="sng" dirty="0"/>
              <a:t>the different data professions</a:t>
            </a:r>
          </a:p>
          <a:p>
            <a:r>
              <a:rPr lang="en-US" sz="1800" b="1" u="sng" dirty="0"/>
              <a:t>Compare</a:t>
            </a:r>
            <a:r>
              <a:rPr lang="en-US" sz="1800" dirty="0"/>
              <a:t> salary ranges </a:t>
            </a:r>
            <a:r>
              <a:rPr lang="en-US" sz="1800" b="1" u="sng" dirty="0"/>
              <a:t>throughout the different industries</a:t>
            </a:r>
          </a:p>
        </p:txBody>
      </p:sp>
    </p:spTree>
    <p:extLst>
      <p:ext uri="{BB962C8B-B14F-4D97-AF65-F5344CB8AC3E}">
        <p14:creationId xmlns:p14="http://schemas.microsoft.com/office/powerpoint/2010/main" val="1455789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4EB9F-31BB-F2AF-E8C4-E8220BAC3A1E}"/>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7"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059" name="Rectangle 2058">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2061"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49A912-FF0C-FE44-0748-8850BF863A54}"/>
              </a:ext>
            </a:extLst>
          </p:cNvPr>
          <p:cNvSpPr>
            <a:spLocks noGrp="1"/>
          </p:cNvSpPr>
          <p:nvPr>
            <p:ph type="title"/>
          </p:nvPr>
        </p:nvSpPr>
        <p:spPr>
          <a:xfrm>
            <a:off x="855266" y="618517"/>
            <a:ext cx="3204315" cy="5689147"/>
          </a:xfrm>
        </p:spPr>
        <p:txBody>
          <a:bodyPr>
            <a:normAutofit/>
          </a:bodyPr>
          <a:lstStyle/>
          <a:p>
            <a:r>
              <a:rPr lang="en-US" sz="3200" dirty="0">
                <a:solidFill>
                  <a:srgbClr val="FFFFFF"/>
                </a:solidFill>
                <a:highlight>
                  <a:srgbClr val="800080"/>
                </a:highlight>
              </a:rPr>
              <a:t>Higher paying salaries </a:t>
            </a:r>
            <a:r>
              <a:rPr lang="en-US" sz="3200" dirty="0">
                <a:solidFill>
                  <a:srgbClr val="FFFFFF"/>
                </a:solidFill>
              </a:rPr>
              <a:t>throughout the states seem to </a:t>
            </a:r>
            <a:r>
              <a:rPr lang="en-US" sz="3200" dirty="0">
                <a:solidFill>
                  <a:srgbClr val="FFFFFF"/>
                </a:solidFill>
                <a:highlight>
                  <a:srgbClr val="800080"/>
                </a:highlight>
              </a:rPr>
              <a:t>cluster around the coasts</a:t>
            </a:r>
          </a:p>
        </p:txBody>
      </p:sp>
      <p:grpSp>
        <p:nvGrpSpPr>
          <p:cNvPr id="2063" name="Group 2062">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064"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065"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6"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7"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8"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9"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0"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1"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2"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3"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4"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5"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076"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7"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8"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9"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0"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081"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2"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3"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4"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5"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6"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7"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8"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9"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90"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2050" name="Picture 2">
            <a:extLst>
              <a:ext uri="{FF2B5EF4-FFF2-40B4-BE49-F238E27FC236}">
                <a16:creationId xmlns:a16="http://schemas.microsoft.com/office/drawing/2014/main" id="{59A72B9F-12BC-3CCF-B908-BD792EA3623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219481" y="739059"/>
            <a:ext cx="7861793" cy="562118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35CA9A0C-1EB1-D161-1620-C101F157FC88}"/>
                  </a:ext>
                </a:extLst>
              </p14:cNvPr>
              <p14:cNvContentPartPr/>
              <p14:nvPr/>
            </p14:nvContentPartPr>
            <p14:xfrm>
              <a:off x="5514138" y="1810853"/>
              <a:ext cx="182520" cy="83160"/>
            </p14:xfrm>
          </p:contentPart>
        </mc:Choice>
        <mc:Fallback>
          <p:pic>
            <p:nvPicPr>
              <p:cNvPr id="11" name="Ink 10">
                <a:extLst>
                  <a:ext uri="{FF2B5EF4-FFF2-40B4-BE49-F238E27FC236}">
                    <a16:creationId xmlns:a16="http://schemas.microsoft.com/office/drawing/2014/main" id="{35CA9A0C-1EB1-D161-1620-C101F157FC88}"/>
                  </a:ext>
                </a:extLst>
              </p:cNvPr>
              <p:cNvPicPr/>
              <p:nvPr/>
            </p:nvPicPr>
            <p:blipFill>
              <a:blip r:embed="rId5"/>
              <a:stretch>
                <a:fillRect/>
              </a:stretch>
            </p:blipFill>
            <p:spPr>
              <a:xfrm>
                <a:off x="5478138" y="1775213"/>
                <a:ext cx="25416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F225A980-F12A-1420-E185-6CC924024303}"/>
                  </a:ext>
                </a:extLst>
              </p14:cNvPr>
              <p14:cNvContentPartPr/>
              <p14:nvPr/>
            </p14:nvContentPartPr>
            <p14:xfrm>
              <a:off x="5703498" y="1806173"/>
              <a:ext cx="468720" cy="89640"/>
            </p14:xfrm>
          </p:contentPart>
        </mc:Choice>
        <mc:Fallback>
          <p:pic>
            <p:nvPicPr>
              <p:cNvPr id="13" name="Ink 12">
                <a:extLst>
                  <a:ext uri="{FF2B5EF4-FFF2-40B4-BE49-F238E27FC236}">
                    <a16:creationId xmlns:a16="http://schemas.microsoft.com/office/drawing/2014/main" id="{F225A980-F12A-1420-E185-6CC924024303}"/>
                  </a:ext>
                </a:extLst>
              </p:cNvPr>
              <p:cNvPicPr/>
              <p:nvPr/>
            </p:nvPicPr>
            <p:blipFill>
              <a:blip r:embed="rId7"/>
              <a:stretch>
                <a:fillRect/>
              </a:stretch>
            </p:blipFill>
            <p:spPr>
              <a:xfrm>
                <a:off x="5667498" y="1770173"/>
                <a:ext cx="5403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7DDAD634-A460-FA46-A346-1D5130760691}"/>
                  </a:ext>
                </a:extLst>
              </p14:cNvPr>
              <p14:cNvContentPartPr/>
              <p14:nvPr/>
            </p14:nvContentPartPr>
            <p14:xfrm>
              <a:off x="6087978" y="1895453"/>
              <a:ext cx="95400" cy="384840"/>
            </p14:xfrm>
          </p:contentPart>
        </mc:Choice>
        <mc:Fallback>
          <p:pic>
            <p:nvPicPr>
              <p:cNvPr id="15" name="Ink 14">
                <a:extLst>
                  <a:ext uri="{FF2B5EF4-FFF2-40B4-BE49-F238E27FC236}">
                    <a16:creationId xmlns:a16="http://schemas.microsoft.com/office/drawing/2014/main" id="{7DDAD634-A460-FA46-A346-1D5130760691}"/>
                  </a:ext>
                </a:extLst>
              </p:cNvPr>
              <p:cNvPicPr/>
              <p:nvPr/>
            </p:nvPicPr>
            <p:blipFill>
              <a:blip r:embed="rId9"/>
              <a:stretch>
                <a:fillRect/>
              </a:stretch>
            </p:blipFill>
            <p:spPr>
              <a:xfrm>
                <a:off x="6052338" y="1859453"/>
                <a:ext cx="167040" cy="456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710E059A-A78C-1B94-7498-0343957D26D5}"/>
                  </a:ext>
                </a:extLst>
              </p14:cNvPr>
              <p14:cNvContentPartPr/>
              <p14:nvPr/>
            </p14:nvContentPartPr>
            <p14:xfrm>
              <a:off x="5809698" y="2252213"/>
              <a:ext cx="273240" cy="45000"/>
            </p14:xfrm>
          </p:contentPart>
        </mc:Choice>
        <mc:Fallback>
          <p:pic>
            <p:nvPicPr>
              <p:cNvPr id="17" name="Ink 16">
                <a:extLst>
                  <a:ext uri="{FF2B5EF4-FFF2-40B4-BE49-F238E27FC236}">
                    <a16:creationId xmlns:a16="http://schemas.microsoft.com/office/drawing/2014/main" id="{710E059A-A78C-1B94-7498-0343957D26D5}"/>
                  </a:ext>
                </a:extLst>
              </p:cNvPr>
              <p:cNvPicPr/>
              <p:nvPr/>
            </p:nvPicPr>
            <p:blipFill>
              <a:blip r:embed="rId11"/>
              <a:stretch>
                <a:fillRect/>
              </a:stretch>
            </p:blipFill>
            <p:spPr>
              <a:xfrm>
                <a:off x="5773698" y="2216213"/>
                <a:ext cx="34488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3BADE0BA-FBE5-BF6C-356A-0CA36A8DE358}"/>
                  </a:ext>
                </a:extLst>
              </p14:cNvPr>
              <p14:cNvContentPartPr/>
              <p14:nvPr/>
            </p14:nvContentPartPr>
            <p14:xfrm>
              <a:off x="5591898" y="2241053"/>
              <a:ext cx="195480" cy="5760"/>
            </p14:xfrm>
          </p:contentPart>
        </mc:Choice>
        <mc:Fallback>
          <p:pic>
            <p:nvPicPr>
              <p:cNvPr id="19" name="Ink 18">
                <a:extLst>
                  <a:ext uri="{FF2B5EF4-FFF2-40B4-BE49-F238E27FC236}">
                    <a16:creationId xmlns:a16="http://schemas.microsoft.com/office/drawing/2014/main" id="{3BADE0BA-FBE5-BF6C-356A-0CA36A8DE358}"/>
                  </a:ext>
                </a:extLst>
              </p:cNvPr>
              <p:cNvPicPr/>
              <p:nvPr/>
            </p:nvPicPr>
            <p:blipFill>
              <a:blip r:embed="rId13"/>
              <a:stretch>
                <a:fillRect/>
              </a:stretch>
            </p:blipFill>
            <p:spPr>
              <a:xfrm>
                <a:off x="5555898" y="2205053"/>
                <a:ext cx="26712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9366A01B-0F1F-978A-AB1A-AD3847F764D6}"/>
                  </a:ext>
                </a:extLst>
              </p14:cNvPr>
              <p14:cNvContentPartPr/>
              <p14:nvPr/>
            </p14:nvContentPartPr>
            <p14:xfrm>
              <a:off x="5575338" y="2158613"/>
              <a:ext cx="360" cy="82440"/>
            </p14:xfrm>
          </p:contentPart>
        </mc:Choice>
        <mc:Fallback>
          <p:pic>
            <p:nvPicPr>
              <p:cNvPr id="20" name="Ink 19">
                <a:extLst>
                  <a:ext uri="{FF2B5EF4-FFF2-40B4-BE49-F238E27FC236}">
                    <a16:creationId xmlns:a16="http://schemas.microsoft.com/office/drawing/2014/main" id="{9366A01B-0F1F-978A-AB1A-AD3847F764D6}"/>
                  </a:ext>
                </a:extLst>
              </p:cNvPr>
              <p:cNvPicPr/>
              <p:nvPr/>
            </p:nvPicPr>
            <p:blipFill>
              <a:blip r:embed="rId15"/>
              <a:stretch>
                <a:fillRect/>
              </a:stretch>
            </p:blipFill>
            <p:spPr>
              <a:xfrm>
                <a:off x="5539698" y="2122973"/>
                <a:ext cx="7200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0989B408-BC39-3274-94C9-1909D5A3D9BC}"/>
                  </a:ext>
                </a:extLst>
              </p14:cNvPr>
              <p14:cNvContentPartPr/>
              <p14:nvPr/>
            </p14:nvContentPartPr>
            <p14:xfrm>
              <a:off x="5479938" y="2102453"/>
              <a:ext cx="95760" cy="44280"/>
            </p14:xfrm>
          </p:contentPart>
        </mc:Choice>
        <mc:Fallback>
          <p:pic>
            <p:nvPicPr>
              <p:cNvPr id="21" name="Ink 20">
                <a:extLst>
                  <a:ext uri="{FF2B5EF4-FFF2-40B4-BE49-F238E27FC236}">
                    <a16:creationId xmlns:a16="http://schemas.microsoft.com/office/drawing/2014/main" id="{0989B408-BC39-3274-94C9-1909D5A3D9BC}"/>
                  </a:ext>
                </a:extLst>
              </p:cNvPr>
              <p:cNvPicPr/>
              <p:nvPr/>
            </p:nvPicPr>
            <p:blipFill>
              <a:blip r:embed="rId17"/>
              <a:stretch>
                <a:fillRect/>
              </a:stretch>
            </p:blipFill>
            <p:spPr>
              <a:xfrm>
                <a:off x="5444298" y="2066453"/>
                <a:ext cx="16740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Ink 22">
                <a:extLst>
                  <a:ext uri="{FF2B5EF4-FFF2-40B4-BE49-F238E27FC236}">
                    <a16:creationId xmlns:a16="http://schemas.microsoft.com/office/drawing/2014/main" id="{2CF2F661-AEFC-CDBC-389B-C0CF1BD9A5A2}"/>
                  </a:ext>
                </a:extLst>
              </p14:cNvPr>
              <p14:cNvContentPartPr/>
              <p14:nvPr/>
            </p14:nvContentPartPr>
            <p14:xfrm>
              <a:off x="5469138" y="1867373"/>
              <a:ext cx="28440" cy="234360"/>
            </p14:xfrm>
          </p:contentPart>
        </mc:Choice>
        <mc:Fallback>
          <p:pic>
            <p:nvPicPr>
              <p:cNvPr id="23" name="Ink 22">
                <a:extLst>
                  <a:ext uri="{FF2B5EF4-FFF2-40B4-BE49-F238E27FC236}">
                    <a16:creationId xmlns:a16="http://schemas.microsoft.com/office/drawing/2014/main" id="{2CF2F661-AEFC-CDBC-389B-C0CF1BD9A5A2}"/>
                  </a:ext>
                </a:extLst>
              </p:cNvPr>
              <p:cNvPicPr/>
              <p:nvPr/>
            </p:nvPicPr>
            <p:blipFill>
              <a:blip r:embed="rId19"/>
              <a:stretch>
                <a:fillRect/>
              </a:stretch>
            </p:blipFill>
            <p:spPr>
              <a:xfrm>
                <a:off x="5433498" y="1831373"/>
                <a:ext cx="10008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5" name="Ink 24">
                <a:extLst>
                  <a:ext uri="{FF2B5EF4-FFF2-40B4-BE49-F238E27FC236}">
                    <a16:creationId xmlns:a16="http://schemas.microsoft.com/office/drawing/2014/main" id="{6E901667-2762-C503-435B-CCB6234DDD1D}"/>
                  </a:ext>
                </a:extLst>
              </p14:cNvPr>
              <p14:cNvContentPartPr/>
              <p14:nvPr/>
            </p14:nvContentPartPr>
            <p14:xfrm>
              <a:off x="5296338" y="2631293"/>
              <a:ext cx="390600" cy="95040"/>
            </p14:xfrm>
          </p:contentPart>
        </mc:Choice>
        <mc:Fallback>
          <p:pic>
            <p:nvPicPr>
              <p:cNvPr id="25" name="Ink 24">
                <a:extLst>
                  <a:ext uri="{FF2B5EF4-FFF2-40B4-BE49-F238E27FC236}">
                    <a16:creationId xmlns:a16="http://schemas.microsoft.com/office/drawing/2014/main" id="{6E901667-2762-C503-435B-CCB6234DDD1D}"/>
                  </a:ext>
                </a:extLst>
              </p:cNvPr>
              <p:cNvPicPr/>
              <p:nvPr/>
            </p:nvPicPr>
            <p:blipFill>
              <a:blip r:embed="rId21"/>
              <a:stretch>
                <a:fillRect/>
              </a:stretch>
            </p:blipFill>
            <p:spPr>
              <a:xfrm>
                <a:off x="5260698" y="2595653"/>
                <a:ext cx="4622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D51F1355-701A-EA56-3849-1C4E73111AD1}"/>
                  </a:ext>
                </a:extLst>
              </p14:cNvPr>
              <p14:cNvContentPartPr/>
              <p14:nvPr/>
            </p14:nvContentPartPr>
            <p14:xfrm>
              <a:off x="5597658" y="2726333"/>
              <a:ext cx="89280" cy="335160"/>
            </p14:xfrm>
          </p:contentPart>
        </mc:Choice>
        <mc:Fallback>
          <p:pic>
            <p:nvPicPr>
              <p:cNvPr id="29" name="Ink 28">
                <a:extLst>
                  <a:ext uri="{FF2B5EF4-FFF2-40B4-BE49-F238E27FC236}">
                    <a16:creationId xmlns:a16="http://schemas.microsoft.com/office/drawing/2014/main" id="{D51F1355-701A-EA56-3849-1C4E73111AD1}"/>
                  </a:ext>
                </a:extLst>
              </p:cNvPr>
              <p:cNvPicPr/>
              <p:nvPr/>
            </p:nvPicPr>
            <p:blipFill>
              <a:blip r:embed="rId23"/>
              <a:stretch>
                <a:fillRect/>
              </a:stretch>
            </p:blipFill>
            <p:spPr>
              <a:xfrm>
                <a:off x="5561658" y="2690333"/>
                <a:ext cx="160920" cy="406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1" name="Ink 30">
                <a:extLst>
                  <a:ext uri="{FF2B5EF4-FFF2-40B4-BE49-F238E27FC236}">
                    <a16:creationId xmlns:a16="http://schemas.microsoft.com/office/drawing/2014/main" id="{089C2672-21B8-F309-84F3-47C0C005DA3A}"/>
                  </a:ext>
                </a:extLst>
              </p14:cNvPr>
              <p14:cNvContentPartPr/>
              <p14:nvPr/>
            </p14:nvContentPartPr>
            <p14:xfrm>
              <a:off x="5586498" y="3071933"/>
              <a:ext cx="513360" cy="758520"/>
            </p14:xfrm>
          </p:contentPart>
        </mc:Choice>
        <mc:Fallback>
          <p:pic>
            <p:nvPicPr>
              <p:cNvPr id="31" name="Ink 30">
                <a:extLst>
                  <a:ext uri="{FF2B5EF4-FFF2-40B4-BE49-F238E27FC236}">
                    <a16:creationId xmlns:a16="http://schemas.microsoft.com/office/drawing/2014/main" id="{089C2672-21B8-F309-84F3-47C0C005DA3A}"/>
                  </a:ext>
                </a:extLst>
              </p:cNvPr>
              <p:cNvPicPr/>
              <p:nvPr/>
            </p:nvPicPr>
            <p:blipFill>
              <a:blip r:embed="rId25"/>
              <a:stretch>
                <a:fillRect/>
              </a:stretch>
            </p:blipFill>
            <p:spPr>
              <a:xfrm>
                <a:off x="5550498" y="3035933"/>
                <a:ext cx="585000" cy="830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3" name="Ink 32">
                <a:extLst>
                  <a:ext uri="{FF2B5EF4-FFF2-40B4-BE49-F238E27FC236}">
                    <a16:creationId xmlns:a16="http://schemas.microsoft.com/office/drawing/2014/main" id="{C7EC94AD-C0F0-4C22-AD1A-55CACE141D9B}"/>
                  </a:ext>
                </a:extLst>
              </p14:cNvPr>
              <p14:cNvContentPartPr/>
              <p14:nvPr/>
            </p14:nvContentPartPr>
            <p14:xfrm>
              <a:off x="5976738" y="3830093"/>
              <a:ext cx="123120" cy="183960"/>
            </p14:xfrm>
          </p:contentPart>
        </mc:Choice>
        <mc:Fallback>
          <p:pic>
            <p:nvPicPr>
              <p:cNvPr id="33" name="Ink 32">
                <a:extLst>
                  <a:ext uri="{FF2B5EF4-FFF2-40B4-BE49-F238E27FC236}">
                    <a16:creationId xmlns:a16="http://schemas.microsoft.com/office/drawing/2014/main" id="{C7EC94AD-C0F0-4C22-AD1A-55CACE141D9B}"/>
                  </a:ext>
                </a:extLst>
              </p:cNvPr>
              <p:cNvPicPr/>
              <p:nvPr/>
            </p:nvPicPr>
            <p:blipFill>
              <a:blip r:embed="rId27"/>
              <a:stretch>
                <a:fillRect/>
              </a:stretch>
            </p:blipFill>
            <p:spPr>
              <a:xfrm>
                <a:off x="5940738" y="3794093"/>
                <a:ext cx="19476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5" name="Ink 34">
                <a:extLst>
                  <a:ext uri="{FF2B5EF4-FFF2-40B4-BE49-F238E27FC236}">
                    <a16:creationId xmlns:a16="http://schemas.microsoft.com/office/drawing/2014/main" id="{2D179559-D5DF-3CB3-9F84-03375F2DB5ED}"/>
                  </a:ext>
                </a:extLst>
              </p14:cNvPr>
              <p14:cNvContentPartPr/>
              <p14:nvPr/>
            </p14:nvContentPartPr>
            <p14:xfrm>
              <a:off x="5675778" y="3997493"/>
              <a:ext cx="301320" cy="16920"/>
            </p14:xfrm>
          </p:contentPart>
        </mc:Choice>
        <mc:Fallback>
          <p:pic>
            <p:nvPicPr>
              <p:cNvPr id="35" name="Ink 34">
                <a:extLst>
                  <a:ext uri="{FF2B5EF4-FFF2-40B4-BE49-F238E27FC236}">
                    <a16:creationId xmlns:a16="http://schemas.microsoft.com/office/drawing/2014/main" id="{2D179559-D5DF-3CB3-9F84-03375F2DB5ED}"/>
                  </a:ext>
                </a:extLst>
              </p:cNvPr>
              <p:cNvPicPr/>
              <p:nvPr/>
            </p:nvPicPr>
            <p:blipFill>
              <a:blip r:embed="rId29"/>
              <a:stretch>
                <a:fillRect/>
              </a:stretch>
            </p:blipFill>
            <p:spPr>
              <a:xfrm>
                <a:off x="5639778" y="3961493"/>
                <a:ext cx="37296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6" name="Ink 35">
                <a:extLst>
                  <a:ext uri="{FF2B5EF4-FFF2-40B4-BE49-F238E27FC236}">
                    <a16:creationId xmlns:a16="http://schemas.microsoft.com/office/drawing/2014/main" id="{C7F57883-B35D-B05C-4E9A-B1B053F4CE55}"/>
                  </a:ext>
                </a:extLst>
              </p14:cNvPr>
              <p14:cNvContentPartPr/>
              <p14:nvPr/>
            </p14:nvContentPartPr>
            <p14:xfrm>
              <a:off x="5675778" y="3884453"/>
              <a:ext cx="6120" cy="113400"/>
            </p14:xfrm>
          </p:contentPart>
        </mc:Choice>
        <mc:Fallback>
          <p:pic>
            <p:nvPicPr>
              <p:cNvPr id="36" name="Ink 35">
                <a:extLst>
                  <a:ext uri="{FF2B5EF4-FFF2-40B4-BE49-F238E27FC236}">
                    <a16:creationId xmlns:a16="http://schemas.microsoft.com/office/drawing/2014/main" id="{C7F57883-B35D-B05C-4E9A-B1B053F4CE55}"/>
                  </a:ext>
                </a:extLst>
              </p:cNvPr>
              <p:cNvPicPr/>
              <p:nvPr/>
            </p:nvPicPr>
            <p:blipFill>
              <a:blip r:embed="rId31"/>
              <a:stretch>
                <a:fillRect/>
              </a:stretch>
            </p:blipFill>
            <p:spPr>
              <a:xfrm>
                <a:off x="5640138" y="3848813"/>
                <a:ext cx="7776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0" name="Ink 39">
                <a:extLst>
                  <a:ext uri="{FF2B5EF4-FFF2-40B4-BE49-F238E27FC236}">
                    <a16:creationId xmlns:a16="http://schemas.microsoft.com/office/drawing/2014/main" id="{EAAA9975-3119-1B6B-E8BF-1A2B3ECCD721}"/>
                  </a:ext>
                </a:extLst>
              </p14:cNvPr>
              <p14:cNvContentPartPr/>
              <p14:nvPr/>
            </p14:nvContentPartPr>
            <p14:xfrm>
              <a:off x="5231898" y="2647853"/>
              <a:ext cx="65160" cy="134280"/>
            </p14:xfrm>
          </p:contentPart>
        </mc:Choice>
        <mc:Fallback>
          <p:pic>
            <p:nvPicPr>
              <p:cNvPr id="40" name="Ink 39">
                <a:extLst>
                  <a:ext uri="{FF2B5EF4-FFF2-40B4-BE49-F238E27FC236}">
                    <a16:creationId xmlns:a16="http://schemas.microsoft.com/office/drawing/2014/main" id="{EAAA9975-3119-1B6B-E8BF-1A2B3ECCD721}"/>
                  </a:ext>
                </a:extLst>
              </p:cNvPr>
              <p:cNvPicPr/>
              <p:nvPr/>
            </p:nvPicPr>
            <p:blipFill>
              <a:blip r:embed="rId33"/>
              <a:stretch>
                <a:fillRect/>
              </a:stretch>
            </p:blipFill>
            <p:spPr>
              <a:xfrm>
                <a:off x="5195898" y="2612213"/>
                <a:ext cx="13680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2" name="Ink 41">
                <a:extLst>
                  <a:ext uri="{FF2B5EF4-FFF2-40B4-BE49-F238E27FC236}">
                    <a16:creationId xmlns:a16="http://schemas.microsoft.com/office/drawing/2014/main" id="{E18E63EE-C9C1-4085-D220-73DA1863E9BA}"/>
                  </a:ext>
                </a:extLst>
              </p14:cNvPr>
              <p14:cNvContentPartPr/>
              <p14:nvPr/>
            </p14:nvContentPartPr>
            <p14:xfrm>
              <a:off x="5218218" y="2787533"/>
              <a:ext cx="5760" cy="195480"/>
            </p14:xfrm>
          </p:contentPart>
        </mc:Choice>
        <mc:Fallback>
          <p:pic>
            <p:nvPicPr>
              <p:cNvPr id="42" name="Ink 41">
                <a:extLst>
                  <a:ext uri="{FF2B5EF4-FFF2-40B4-BE49-F238E27FC236}">
                    <a16:creationId xmlns:a16="http://schemas.microsoft.com/office/drawing/2014/main" id="{E18E63EE-C9C1-4085-D220-73DA1863E9BA}"/>
                  </a:ext>
                </a:extLst>
              </p:cNvPr>
              <p:cNvPicPr/>
              <p:nvPr/>
            </p:nvPicPr>
            <p:blipFill>
              <a:blip r:embed="rId35"/>
              <a:stretch>
                <a:fillRect/>
              </a:stretch>
            </p:blipFill>
            <p:spPr>
              <a:xfrm>
                <a:off x="5182578" y="2751533"/>
                <a:ext cx="7740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3" name="Ink 42">
                <a:extLst>
                  <a:ext uri="{FF2B5EF4-FFF2-40B4-BE49-F238E27FC236}">
                    <a16:creationId xmlns:a16="http://schemas.microsoft.com/office/drawing/2014/main" id="{CCCB2481-D856-E433-DDB1-BDAA9342B4D9}"/>
                  </a:ext>
                </a:extLst>
              </p14:cNvPr>
              <p14:cNvContentPartPr/>
              <p14:nvPr/>
            </p14:nvContentPartPr>
            <p14:xfrm>
              <a:off x="5223618" y="2982653"/>
              <a:ext cx="92520" cy="299520"/>
            </p14:xfrm>
          </p:contentPart>
        </mc:Choice>
        <mc:Fallback>
          <p:pic>
            <p:nvPicPr>
              <p:cNvPr id="43" name="Ink 42">
                <a:extLst>
                  <a:ext uri="{FF2B5EF4-FFF2-40B4-BE49-F238E27FC236}">
                    <a16:creationId xmlns:a16="http://schemas.microsoft.com/office/drawing/2014/main" id="{CCCB2481-D856-E433-DDB1-BDAA9342B4D9}"/>
                  </a:ext>
                </a:extLst>
              </p:cNvPr>
              <p:cNvPicPr/>
              <p:nvPr/>
            </p:nvPicPr>
            <p:blipFill>
              <a:blip r:embed="rId37"/>
              <a:stretch>
                <a:fillRect/>
              </a:stretch>
            </p:blipFill>
            <p:spPr>
              <a:xfrm>
                <a:off x="5187618" y="2946653"/>
                <a:ext cx="164160" cy="371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4" name="Ink 43">
                <a:extLst>
                  <a:ext uri="{FF2B5EF4-FFF2-40B4-BE49-F238E27FC236}">
                    <a16:creationId xmlns:a16="http://schemas.microsoft.com/office/drawing/2014/main" id="{4D9EE07C-1595-C7A3-87CA-82AE92018EBC}"/>
                  </a:ext>
                </a:extLst>
              </p14:cNvPr>
              <p14:cNvContentPartPr/>
              <p14:nvPr/>
            </p14:nvContentPartPr>
            <p14:xfrm>
              <a:off x="5319018" y="3289373"/>
              <a:ext cx="360" cy="107640"/>
            </p14:xfrm>
          </p:contentPart>
        </mc:Choice>
        <mc:Fallback>
          <p:pic>
            <p:nvPicPr>
              <p:cNvPr id="44" name="Ink 43">
                <a:extLst>
                  <a:ext uri="{FF2B5EF4-FFF2-40B4-BE49-F238E27FC236}">
                    <a16:creationId xmlns:a16="http://schemas.microsoft.com/office/drawing/2014/main" id="{4D9EE07C-1595-C7A3-87CA-82AE92018EBC}"/>
                  </a:ext>
                </a:extLst>
              </p:cNvPr>
              <p:cNvPicPr/>
              <p:nvPr/>
            </p:nvPicPr>
            <p:blipFill>
              <a:blip r:embed="rId39"/>
              <a:stretch>
                <a:fillRect/>
              </a:stretch>
            </p:blipFill>
            <p:spPr>
              <a:xfrm>
                <a:off x="5283018" y="3253733"/>
                <a:ext cx="72000" cy="179280"/>
              </a:xfrm>
              <a:prstGeom prst="rect">
                <a:avLst/>
              </a:prstGeom>
            </p:spPr>
          </p:pic>
        </mc:Fallback>
      </mc:AlternateContent>
      <p:grpSp>
        <p:nvGrpSpPr>
          <p:cNvPr id="47" name="Group 46">
            <a:extLst>
              <a:ext uri="{FF2B5EF4-FFF2-40B4-BE49-F238E27FC236}">
                <a16:creationId xmlns:a16="http://schemas.microsoft.com/office/drawing/2014/main" id="{8C47F080-1364-355C-C5BE-2F420105C73E}"/>
              </a:ext>
            </a:extLst>
          </p:cNvPr>
          <p:cNvGrpSpPr/>
          <p:nvPr/>
        </p:nvGrpSpPr>
        <p:grpSpPr>
          <a:xfrm>
            <a:off x="5319018" y="3411773"/>
            <a:ext cx="83880" cy="250920"/>
            <a:chOff x="5319018" y="3411773"/>
            <a:chExt cx="83880" cy="250920"/>
          </a:xfrm>
        </p:grpSpPr>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DC4D830B-0026-4479-BDC7-05CF791BC20A}"/>
                    </a:ext>
                  </a:extLst>
                </p14:cNvPr>
                <p14:cNvContentPartPr/>
                <p14:nvPr/>
              </p14:nvContentPartPr>
              <p14:xfrm>
                <a:off x="5319018" y="3411773"/>
                <a:ext cx="76680" cy="155520"/>
              </p14:xfrm>
            </p:contentPart>
          </mc:Choice>
          <mc:Fallback>
            <p:pic>
              <p:nvPicPr>
                <p:cNvPr id="45" name="Ink 44">
                  <a:extLst>
                    <a:ext uri="{FF2B5EF4-FFF2-40B4-BE49-F238E27FC236}">
                      <a16:creationId xmlns:a16="http://schemas.microsoft.com/office/drawing/2014/main" id="{DC4D830B-0026-4479-BDC7-05CF791BC20A}"/>
                    </a:ext>
                  </a:extLst>
                </p:cNvPr>
                <p:cNvPicPr/>
                <p:nvPr/>
              </p:nvPicPr>
              <p:blipFill>
                <a:blip r:embed="rId41"/>
                <a:stretch>
                  <a:fillRect/>
                </a:stretch>
              </p:blipFill>
              <p:spPr>
                <a:xfrm>
                  <a:off x="5283018" y="3376133"/>
                  <a:ext cx="14832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6" name="Ink 45">
                  <a:extLst>
                    <a:ext uri="{FF2B5EF4-FFF2-40B4-BE49-F238E27FC236}">
                      <a16:creationId xmlns:a16="http://schemas.microsoft.com/office/drawing/2014/main" id="{742AF602-D1EF-DD88-479B-30A22D565B7B}"/>
                    </a:ext>
                  </a:extLst>
                </p14:cNvPr>
                <p14:cNvContentPartPr/>
                <p14:nvPr/>
              </p14:nvContentPartPr>
              <p14:xfrm>
                <a:off x="5397498" y="3573773"/>
                <a:ext cx="5400" cy="88920"/>
              </p14:xfrm>
            </p:contentPart>
          </mc:Choice>
          <mc:Fallback>
            <p:pic>
              <p:nvPicPr>
                <p:cNvPr id="46" name="Ink 45">
                  <a:extLst>
                    <a:ext uri="{FF2B5EF4-FFF2-40B4-BE49-F238E27FC236}">
                      <a16:creationId xmlns:a16="http://schemas.microsoft.com/office/drawing/2014/main" id="{742AF602-D1EF-DD88-479B-30A22D565B7B}"/>
                    </a:ext>
                  </a:extLst>
                </p:cNvPr>
                <p:cNvPicPr/>
                <p:nvPr/>
              </p:nvPicPr>
              <p:blipFill>
                <a:blip r:embed="rId43"/>
                <a:stretch>
                  <a:fillRect/>
                </a:stretch>
              </p:blipFill>
              <p:spPr>
                <a:xfrm>
                  <a:off x="5361498" y="3537773"/>
                  <a:ext cx="77040" cy="160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49" name="Ink 48">
                <a:extLst>
                  <a:ext uri="{FF2B5EF4-FFF2-40B4-BE49-F238E27FC236}">
                    <a16:creationId xmlns:a16="http://schemas.microsoft.com/office/drawing/2014/main" id="{C8D6BE9A-8064-88B8-A53F-5130C10057AA}"/>
                  </a:ext>
                </a:extLst>
              </p14:cNvPr>
              <p14:cNvContentPartPr/>
              <p14:nvPr/>
            </p14:nvContentPartPr>
            <p14:xfrm>
              <a:off x="5396778" y="3673853"/>
              <a:ext cx="251640" cy="178920"/>
            </p14:xfrm>
          </p:contentPart>
        </mc:Choice>
        <mc:Fallback>
          <p:pic>
            <p:nvPicPr>
              <p:cNvPr id="49" name="Ink 48">
                <a:extLst>
                  <a:ext uri="{FF2B5EF4-FFF2-40B4-BE49-F238E27FC236}">
                    <a16:creationId xmlns:a16="http://schemas.microsoft.com/office/drawing/2014/main" id="{C8D6BE9A-8064-88B8-A53F-5130C10057AA}"/>
                  </a:ext>
                </a:extLst>
              </p:cNvPr>
              <p:cNvPicPr/>
              <p:nvPr/>
            </p:nvPicPr>
            <p:blipFill>
              <a:blip r:embed="rId45"/>
              <a:stretch>
                <a:fillRect/>
              </a:stretch>
            </p:blipFill>
            <p:spPr>
              <a:xfrm>
                <a:off x="5360778" y="3638213"/>
                <a:ext cx="323280" cy="250560"/>
              </a:xfrm>
              <a:prstGeom prst="rect">
                <a:avLst/>
              </a:prstGeom>
            </p:spPr>
          </p:pic>
        </mc:Fallback>
      </mc:AlternateContent>
      <p:grpSp>
        <p:nvGrpSpPr>
          <p:cNvPr id="59" name="Group 58">
            <a:extLst>
              <a:ext uri="{FF2B5EF4-FFF2-40B4-BE49-F238E27FC236}">
                <a16:creationId xmlns:a16="http://schemas.microsoft.com/office/drawing/2014/main" id="{843537F2-6E19-18CB-CC7F-B74EAAC42936}"/>
              </a:ext>
            </a:extLst>
          </p:cNvPr>
          <p:cNvGrpSpPr/>
          <p:nvPr/>
        </p:nvGrpSpPr>
        <p:grpSpPr>
          <a:xfrm>
            <a:off x="9482778" y="2168693"/>
            <a:ext cx="458640" cy="534240"/>
            <a:chOff x="9482778" y="2168693"/>
            <a:chExt cx="458640" cy="534240"/>
          </a:xfrm>
        </p:grpSpPr>
        <mc:AlternateContent xmlns:mc="http://schemas.openxmlformats.org/markup-compatibility/2006">
          <mc:Choice xmlns:p14="http://schemas.microsoft.com/office/powerpoint/2010/main" Requires="p14">
            <p:contentPart p14:bwMode="auto" r:id="rId46">
              <p14:nvContentPartPr>
                <p14:cNvPr id="53" name="Ink 52">
                  <a:extLst>
                    <a:ext uri="{FF2B5EF4-FFF2-40B4-BE49-F238E27FC236}">
                      <a16:creationId xmlns:a16="http://schemas.microsoft.com/office/drawing/2014/main" id="{D25189A3-2B1F-CBAA-C5AD-A386D11954B9}"/>
                    </a:ext>
                  </a:extLst>
                </p14:cNvPr>
                <p14:cNvContentPartPr/>
                <p14:nvPr/>
              </p14:nvContentPartPr>
              <p14:xfrm>
                <a:off x="9757098" y="2168693"/>
                <a:ext cx="184320" cy="55440"/>
              </p14:xfrm>
            </p:contentPart>
          </mc:Choice>
          <mc:Fallback>
            <p:pic>
              <p:nvPicPr>
                <p:cNvPr id="53" name="Ink 52">
                  <a:extLst>
                    <a:ext uri="{FF2B5EF4-FFF2-40B4-BE49-F238E27FC236}">
                      <a16:creationId xmlns:a16="http://schemas.microsoft.com/office/drawing/2014/main" id="{D25189A3-2B1F-CBAA-C5AD-A386D11954B9}"/>
                    </a:ext>
                  </a:extLst>
                </p:cNvPr>
                <p:cNvPicPr/>
                <p:nvPr/>
              </p:nvPicPr>
              <p:blipFill>
                <a:blip r:embed="rId47"/>
                <a:stretch>
                  <a:fillRect/>
                </a:stretch>
              </p:blipFill>
              <p:spPr>
                <a:xfrm>
                  <a:off x="9721098" y="2132693"/>
                  <a:ext cx="2559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4" name="Ink 53">
                  <a:extLst>
                    <a:ext uri="{FF2B5EF4-FFF2-40B4-BE49-F238E27FC236}">
                      <a16:creationId xmlns:a16="http://schemas.microsoft.com/office/drawing/2014/main" id="{18B39168-EC55-DEAC-57D6-C1E3045F1BEB}"/>
                    </a:ext>
                  </a:extLst>
                </p14:cNvPr>
                <p14:cNvContentPartPr/>
                <p14:nvPr/>
              </p14:nvContentPartPr>
              <p14:xfrm>
                <a:off x="9712818" y="2229893"/>
                <a:ext cx="34560" cy="150840"/>
              </p14:xfrm>
            </p:contentPart>
          </mc:Choice>
          <mc:Fallback>
            <p:pic>
              <p:nvPicPr>
                <p:cNvPr id="54" name="Ink 53">
                  <a:extLst>
                    <a:ext uri="{FF2B5EF4-FFF2-40B4-BE49-F238E27FC236}">
                      <a16:creationId xmlns:a16="http://schemas.microsoft.com/office/drawing/2014/main" id="{18B39168-EC55-DEAC-57D6-C1E3045F1BEB}"/>
                    </a:ext>
                  </a:extLst>
                </p:cNvPr>
                <p:cNvPicPr/>
                <p:nvPr/>
              </p:nvPicPr>
              <p:blipFill>
                <a:blip r:embed="rId49"/>
                <a:stretch>
                  <a:fillRect/>
                </a:stretch>
              </p:blipFill>
              <p:spPr>
                <a:xfrm>
                  <a:off x="9677178" y="2194253"/>
                  <a:ext cx="10620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5" name="Ink 54">
                  <a:extLst>
                    <a:ext uri="{FF2B5EF4-FFF2-40B4-BE49-F238E27FC236}">
                      <a16:creationId xmlns:a16="http://schemas.microsoft.com/office/drawing/2014/main" id="{9CCDB0B8-E701-FF7A-70A5-B5CD182A8886}"/>
                    </a:ext>
                  </a:extLst>
                </p14:cNvPr>
                <p14:cNvContentPartPr/>
                <p14:nvPr/>
              </p14:nvContentPartPr>
              <p14:xfrm>
                <a:off x="9700218" y="2391893"/>
                <a:ext cx="12600" cy="78120"/>
              </p14:xfrm>
            </p:contentPart>
          </mc:Choice>
          <mc:Fallback>
            <p:pic>
              <p:nvPicPr>
                <p:cNvPr id="55" name="Ink 54">
                  <a:extLst>
                    <a:ext uri="{FF2B5EF4-FFF2-40B4-BE49-F238E27FC236}">
                      <a16:creationId xmlns:a16="http://schemas.microsoft.com/office/drawing/2014/main" id="{9CCDB0B8-E701-FF7A-70A5-B5CD182A8886}"/>
                    </a:ext>
                  </a:extLst>
                </p:cNvPr>
                <p:cNvPicPr/>
                <p:nvPr/>
              </p:nvPicPr>
              <p:blipFill>
                <a:blip r:embed="rId51"/>
                <a:stretch>
                  <a:fillRect/>
                </a:stretch>
              </p:blipFill>
              <p:spPr>
                <a:xfrm>
                  <a:off x="9664218" y="2355893"/>
                  <a:ext cx="842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6" name="Ink 55">
                  <a:extLst>
                    <a:ext uri="{FF2B5EF4-FFF2-40B4-BE49-F238E27FC236}">
                      <a16:creationId xmlns:a16="http://schemas.microsoft.com/office/drawing/2014/main" id="{DC956D83-6EE2-2A5F-15E1-5A749F30AD6B}"/>
                    </a:ext>
                  </a:extLst>
                </p14:cNvPr>
                <p14:cNvContentPartPr/>
                <p14:nvPr/>
              </p14:nvContentPartPr>
              <p14:xfrm>
                <a:off x="9493938" y="2474693"/>
                <a:ext cx="202320" cy="71280"/>
              </p14:xfrm>
            </p:contentPart>
          </mc:Choice>
          <mc:Fallback>
            <p:pic>
              <p:nvPicPr>
                <p:cNvPr id="56" name="Ink 55">
                  <a:extLst>
                    <a:ext uri="{FF2B5EF4-FFF2-40B4-BE49-F238E27FC236}">
                      <a16:creationId xmlns:a16="http://schemas.microsoft.com/office/drawing/2014/main" id="{DC956D83-6EE2-2A5F-15E1-5A749F30AD6B}"/>
                    </a:ext>
                  </a:extLst>
                </p:cNvPr>
                <p:cNvPicPr/>
                <p:nvPr/>
              </p:nvPicPr>
              <p:blipFill>
                <a:blip r:embed="rId53"/>
                <a:stretch>
                  <a:fillRect/>
                </a:stretch>
              </p:blipFill>
              <p:spPr>
                <a:xfrm>
                  <a:off x="9457938" y="2439053"/>
                  <a:ext cx="2739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7" name="Ink 56">
                  <a:extLst>
                    <a:ext uri="{FF2B5EF4-FFF2-40B4-BE49-F238E27FC236}">
                      <a16:creationId xmlns:a16="http://schemas.microsoft.com/office/drawing/2014/main" id="{746713C0-54BA-646D-980B-F94887ABCE90}"/>
                    </a:ext>
                  </a:extLst>
                </p14:cNvPr>
                <p14:cNvContentPartPr/>
                <p14:nvPr/>
              </p14:nvContentPartPr>
              <p14:xfrm>
                <a:off x="9489618" y="2553533"/>
                <a:ext cx="19800" cy="50400"/>
              </p14:xfrm>
            </p:contentPart>
          </mc:Choice>
          <mc:Fallback>
            <p:pic>
              <p:nvPicPr>
                <p:cNvPr id="57" name="Ink 56">
                  <a:extLst>
                    <a:ext uri="{FF2B5EF4-FFF2-40B4-BE49-F238E27FC236}">
                      <a16:creationId xmlns:a16="http://schemas.microsoft.com/office/drawing/2014/main" id="{746713C0-54BA-646D-980B-F94887ABCE90}"/>
                    </a:ext>
                  </a:extLst>
                </p:cNvPr>
                <p:cNvPicPr/>
                <p:nvPr/>
              </p:nvPicPr>
              <p:blipFill>
                <a:blip r:embed="rId55"/>
                <a:stretch>
                  <a:fillRect/>
                </a:stretch>
              </p:blipFill>
              <p:spPr>
                <a:xfrm>
                  <a:off x="9453618" y="2517533"/>
                  <a:ext cx="914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8" name="Ink 57">
                  <a:extLst>
                    <a:ext uri="{FF2B5EF4-FFF2-40B4-BE49-F238E27FC236}">
                      <a16:creationId xmlns:a16="http://schemas.microsoft.com/office/drawing/2014/main" id="{F7478270-A632-7777-8738-C29A040B26B2}"/>
                    </a:ext>
                  </a:extLst>
                </p14:cNvPr>
                <p14:cNvContentPartPr/>
                <p14:nvPr/>
              </p14:nvContentPartPr>
              <p14:xfrm>
                <a:off x="9482778" y="2608973"/>
                <a:ext cx="34920" cy="93960"/>
              </p14:xfrm>
            </p:contentPart>
          </mc:Choice>
          <mc:Fallback>
            <p:pic>
              <p:nvPicPr>
                <p:cNvPr id="58" name="Ink 57">
                  <a:extLst>
                    <a:ext uri="{FF2B5EF4-FFF2-40B4-BE49-F238E27FC236}">
                      <a16:creationId xmlns:a16="http://schemas.microsoft.com/office/drawing/2014/main" id="{F7478270-A632-7777-8738-C29A040B26B2}"/>
                    </a:ext>
                  </a:extLst>
                </p:cNvPr>
                <p:cNvPicPr/>
                <p:nvPr/>
              </p:nvPicPr>
              <p:blipFill>
                <a:blip r:embed="rId57"/>
                <a:stretch>
                  <a:fillRect/>
                </a:stretch>
              </p:blipFill>
              <p:spPr>
                <a:xfrm>
                  <a:off x="9446778" y="2573333"/>
                  <a:ext cx="106560" cy="165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8">
            <p14:nvContentPartPr>
              <p14:cNvPr id="61" name="Ink 60">
                <a:extLst>
                  <a:ext uri="{FF2B5EF4-FFF2-40B4-BE49-F238E27FC236}">
                    <a16:creationId xmlns:a16="http://schemas.microsoft.com/office/drawing/2014/main" id="{469945A5-4A0A-0BBD-7E6B-E31EB005D011}"/>
                  </a:ext>
                </a:extLst>
              </p14:cNvPr>
              <p14:cNvContentPartPr/>
              <p14:nvPr/>
            </p14:nvContentPartPr>
            <p14:xfrm>
              <a:off x="9478098" y="2653613"/>
              <a:ext cx="451800" cy="83880"/>
            </p14:xfrm>
          </p:contentPart>
        </mc:Choice>
        <mc:Fallback>
          <p:pic>
            <p:nvPicPr>
              <p:cNvPr id="61" name="Ink 60">
                <a:extLst>
                  <a:ext uri="{FF2B5EF4-FFF2-40B4-BE49-F238E27FC236}">
                    <a16:creationId xmlns:a16="http://schemas.microsoft.com/office/drawing/2014/main" id="{469945A5-4A0A-0BBD-7E6B-E31EB005D011}"/>
                  </a:ext>
                </a:extLst>
              </p:cNvPr>
              <p:cNvPicPr/>
              <p:nvPr/>
            </p:nvPicPr>
            <p:blipFill>
              <a:blip r:embed="rId59"/>
              <a:stretch>
                <a:fillRect/>
              </a:stretch>
            </p:blipFill>
            <p:spPr>
              <a:xfrm>
                <a:off x="9442458" y="2617613"/>
                <a:ext cx="5234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2" name="Ink 61">
                <a:extLst>
                  <a:ext uri="{FF2B5EF4-FFF2-40B4-BE49-F238E27FC236}">
                    <a16:creationId xmlns:a16="http://schemas.microsoft.com/office/drawing/2014/main" id="{09C38E9C-9267-599D-F67C-6BAEB2A6A4EA}"/>
                  </a:ext>
                </a:extLst>
              </p14:cNvPr>
              <p14:cNvContentPartPr/>
              <p14:nvPr/>
            </p14:nvContentPartPr>
            <p14:xfrm>
              <a:off x="9929898" y="2653973"/>
              <a:ext cx="119880" cy="50760"/>
            </p14:xfrm>
          </p:contentPart>
        </mc:Choice>
        <mc:Fallback>
          <p:pic>
            <p:nvPicPr>
              <p:cNvPr id="62" name="Ink 61">
                <a:extLst>
                  <a:ext uri="{FF2B5EF4-FFF2-40B4-BE49-F238E27FC236}">
                    <a16:creationId xmlns:a16="http://schemas.microsoft.com/office/drawing/2014/main" id="{09C38E9C-9267-599D-F67C-6BAEB2A6A4EA}"/>
                  </a:ext>
                </a:extLst>
              </p:cNvPr>
              <p:cNvPicPr/>
              <p:nvPr/>
            </p:nvPicPr>
            <p:blipFill>
              <a:blip r:embed="rId61"/>
              <a:stretch>
                <a:fillRect/>
              </a:stretch>
            </p:blipFill>
            <p:spPr>
              <a:xfrm>
                <a:off x="9894258" y="2617973"/>
                <a:ext cx="191520" cy="122400"/>
              </a:xfrm>
              <a:prstGeom prst="rect">
                <a:avLst/>
              </a:prstGeom>
            </p:spPr>
          </p:pic>
        </mc:Fallback>
      </mc:AlternateContent>
      <p:grpSp>
        <p:nvGrpSpPr>
          <p:cNvPr id="2053" name="Group 2052">
            <a:extLst>
              <a:ext uri="{FF2B5EF4-FFF2-40B4-BE49-F238E27FC236}">
                <a16:creationId xmlns:a16="http://schemas.microsoft.com/office/drawing/2014/main" id="{7B9005A7-0084-D7E9-598F-BCB00974CE16}"/>
              </a:ext>
            </a:extLst>
          </p:cNvPr>
          <p:cNvGrpSpPr/>
          <p:nvPr/>
        </p:nvGrpSpPr>
        <p:grpSpPr>
          <a:xfrm>
            <a:off x="9968418" y="2185613"/>
            <a:ext cx="279360" cy="535320"/>
            <a:chOff x="9968418" y="2185613"/>
            <a:chExt cx="279360" cy="535320"/>
          </a:xfrm>
        </p:grpSpPr>
        <mc:AlternateContent xmlns:mc="http://schemas.openxmlformats.org/markup-compatibility/2006">
          <mc:Choice xmlns:p14="http://schemas.microsoft.com/office/powerpoint/2010/main" Requires="p14">
            <p:contentPart p14:bwMode="auto" r:id="rId62">
              <p14:nvContentPartPr>
                <p14:cNvPr id="63" name="Ink 62">
                  <a:extLst>
                    <a:ext uri="{FF2B5EF4-FFF2-40B4-BE49-F238E27FC236}">
                      <a16:creationId xmlns:a16="http://schemas.microsoft.com/office/drawing/2014/main" id="{1BF4FF0A-F696-1A6B-F423-299BC4862BCE}"/>
                    </a:ext>
                  </a:extLst>
                </p14:cNvPr>
                <p14:cNvContentPartPr/>
                <p14:nvPr/>
              </p14:nvContentPartPr>
              <p14:xfrm>
                <a:off x="9968418" y="2185613"/>
                <a:ext cx="57240" cy="178560"/>
              </p14:xfrm>
            </p:contentPart>
          </mc:Choice>
          <mc:Fallback>
            <p:pic>
              <p:nvPicPr>
                <p:cNvPr id="63" name="Ink 62">
                  <a:extLst>
                    <a:ext uri="{FF2B5EF4-FFF2-40B4-BE49-F238E27FC236}">
                      <a16:creationId xmlns:a16="http://schemas.microsoft.com/office/drawing/2014/main" id="{1BF4FF0A-F696-1A6B-F423-299BC4862BCE}"/>
                    </a:ext>
                  </a:extLst>
                </p:cNvPr>
                <p:cNvPicPr/>
                <p:nvPr/>
              </p:nvPicPr>
              <p:blipFill>
                <a:blip r:embed="rId63"/>
                <a:stretch>
                  <a:fillRect/>
                </a:stretch>
              </p:blipFill>
              <p:spPr>
                <a:xfrm>
                  <a:off x="9932418" y="2149613"/>
                  <a:ext cx="12888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048" name="Ink 2047">
                  <a:extLst>
                    <a:ext uri="{FF2B5EF4-FFF2-40B4-BE49-F238E27FC236}">
                      <a16:creationId xmlns:a16="http://schemas.microsoft.com/office/drawing/2014/main" id="{55DA56E8-727F-A453-22A0-322D2E49EF97}"/>
                    </a:ext>
                  </a:extLst>
                </p14:cNvPr>
                <p14:cNvContentPartPr/>
                <p14:nvPr/>
              </p14:nvContentPartPr>
              <p14:xfrm>
                <a:off x="10024218" y="2374973"/>
                <a:ext cx="95760" cy="331920"/>
              </p14:xfrm>
            </p:contentPart>
          </mc:Choice>
          <mc:Fallback>
            <p:pic>
              <p:nvPicPr>
                <p:cNvPr id="2048" name="Ink 2047">
                  <a:extLst>
                    <a:ext uri="{FF2B5EF4-FFF2-40B4-BE49-F238E27FC236}">
                      <a16:creationId xmlns:a16="http://schemas.microsoft.com/office/drawing/2014/main" id="{55DA56E8-727F-A453-22A0-322D2E49EF97}"/>
                    </a:ext>
                  </a:extLst>
                </p:cNvPr>
                <p:cNvPicPr/>
                <p:nvPr/>
              </p:nvPicPr>
              <p:blipFill>
                <a:blip r:embed="rId65"/>
                <a:stretch>
                  <a:fillRect/>
                </a:stretch>
              </p:blipFill>
              <p:spPr>
                <a:xfrm>
                  <a:off x="9988578" y="2338973"/>
                  <a:ext cx="167400" cy="403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051" name="Ink 2050">
                  <a:extLst>
                    <a:ext uri="{FF2B5EF4-FFF2-40B4-BE49-F238E27FC236}">
                      <a16:creationId xmlns:a16="http://schemas.microsoft.com/office/drawing/2014/main" id="{8FFDB42B-3885-9778-2DDA-A6C48FC29B15}"/>
                    </a:ext>
                  </a:extLst>
                </p14:cNvPr>
                <p14:cNvContentPartPr/>
                <p14:nvPr/>
              </p14:nvContentPartPr>
              <p14:xfrm>
                <a:off x="10119258" y="2638133"/>
                <a:ext cx="128520" cy="82800"/>
              </p14:xfrm>
            </p:contentPart>
          </mc:Choice>
          <mc:Fallback>
            <p:pic>
              <p:nvPicPr>
                <p:cNvPr id="2051" name="Ink 2050">
                  <a:extLst>
                    <a:ext uri="{FF2B5EF4-FFF2-40B4-BE49-F238E27FC236}">
                      <a16:creationId xmlns:a16="http://schemas.microsoft.com/office/drawing/2014/main" id="{8FFDB42B-3885-9778-2DDA-A6C48FC29B15}"/>
                    </a:ext>
                  </a:extLst>
                </p:cNvPr>
                <p:cNvPicPr/>
                <p:nvPr/>
              </p:nvPicPr>
              <p:blipFill>
                <a:blip r:embed="rId67"/>
                <a:stretch>
                  <a:fillRect/>
                </a:stretch>
              </p:blipFill>
              <p:spPr>
                <a:xfrm>
                  <a:off x="10083618" y="2602493"/>
                  <a:ext cx="2001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052" name="Ink 2051">
                  <a:extLst>
                    <a:ext uri="{FF2B5EF4-FFF2-40B4-BE49-F238E27FC236}">
                      <a16:creationId xmlns:a16="http://schemas.microsoft.com/office/drawing/2014/main" id="{D69F234F-3A01-1582-736B-133713C49AA7}"/>
                    </a:ext>
                  </a:extLst>
                </p14:cNvPr>
                <p14:cNvContentPartPr/>
                <p14:nvPr/>
              </p14:nvContentPartPr>
              <p14:xfrm>
                <a:off x="10201338" y="2625893"/>
                <a:ext cx="46440" cy="30240"/>
              </p14:xfrm>
            </p:contentPart>
          </mc:Choice>
          <mc:Fallback>
            <p:pic>
              <p:nvPicPr>
                <p:cNvPr id="2052" name="Ink 2051">
                  <a:extLst>
                    <a:ext uri="{FF2B5EF4-FFF2-40B4-BE49-F238E27FC236}">
                      <a16:creationId xmlns:a16="http://schemas.microsoft.com/office/drawing/2014/main" id="{D69F234F-3A01-1582-736B-133713C49AA7}"/>
                    </a:ext>
                  </a:extLst>
                </p:cNvPr>
                <p:cNvPicPr/>
                <p:nvPr/>
              </p:nvPicPr>
              <p:blipFill>
                <a:blip r:embed="rId69"/>
                <a:stretch>
                  <a:fillRect/>
                </a:stretch>
              </p:blipFill>
              <p:spPr>
                <a:xfrm>
                  <a:off x="10165698" y="2589893"/>
                  <a:ext cx="118080" cy="101880"/>
                </a:xfrm>
                <a:prstGeom prst="rect">
                  <a:avLst/>
                </a:prstGeom>
              </p:spPr>
            </p:pic>
          </mc:Fallback>
        </mc:AlternateContent>
      </p:grpSp>
    </p:spTree>
    <p:extLst>
      <p:ext uri="{BB962C8B-B14F-4D97-AF65-F5344CB8AC3E}">
        <p14:creationId xmlns:p14="http://schemas.microsoft.com/office/powerpoint/2010/main" val="29384784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E984B386-E641-1B16-3A4A-EE97F77A6984}"/>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3081"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05170FB-472F-7227-6036-09B59A786E9D}"/>
              </a:ext>
            </a:extLst>
          </p:cNvPr>
          <p:cNvSpPr>
            <a:spLocks noGrp="1"/>
          </p:cNvSpPr>
          <p:nvPr>
            <p:ph type="title"/>
          </p:nvPr>
        </p:nvSpPr>
        <p:spPr>
          <a:xfrm>
            <a:off x="4901690" y="4105275"/>
            <a:ext cx="6177854" cy="1924998"/>
          </a:xfrm>
        </p:spPr>
        <p:txBody>
          <a:bodyPr>
            <a:normAutofit/>
          </a:bodyPr>
          <a:lstStyle/>
          <a:p>
            <a:r>
              <a:rPr lang="en-US" sz="3200" dirty="0"/>
              <a:t>A deeper look proves this to be </a:t>
            </a:r>
            <a:r>
              <a:rPr lang="en-US" sz="3200" dirty="0">
                <a:highlight>
                  <a:srgbClr val="800080"/>
                </a:highlight>
              </a:rPr>
              <a:t>true</a:t>
            </a:r>
            <a:r>
              <a:rPr lang="en-US" sz="3200" dirty="0"/>
              <a:t> with the </a:t>
            </a:r>
            <a:r>
              <a:rPr lang="en-US" sz="3200" dirty="0">
                <a:highlight>
                  <a:srgbClr val="800080"/>
                </a:highlight>
              </a:rPr>
              <a:t>top five states </a:t>
            </a:r>
            <a:r>
              <a:rPr lang="en-US" sz="3200" dirty="0"/>
              <a:t>being </a:t>
            </a:r>
            <a:r>
              <a:rPr lang="en-US" sz="3200" dirty="0">
                <a:highlight>
                  <a:srgbClr val="800080"/>
                </a:highlight>
              </a:rPr>
              <a:t>close to the coasts</a:t>
            </a:r>
          </a:p>
        </p:txBody>
      </p:sp>
      <p:pic>
        <p:nvPicPr>
          <p:cNvPr id="3074" name="Picture 2">
            <a:extLst>
              <a:ext uri="{FF2B5EF4-FFF2-40B4-BE49-F238E27FC236}">
                <a16:creationId xmlns:a16="http://schemas.microsoft.com/office/drawing/2014/main" id="{10397566-02B9-1E64-0FF5-FA769EAB83C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2456" y="168020"/>
            <a:ext cx="3260979" cy="6521959"/>
          </a:xfrm>
          <a:prstGeom prst="round2DiagRect">
            <a:avLst>
              <a:gd name="adj1" fmla="val 23909"/>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Isosceles Triangle 12">
            <a:extLst>
              <a:ext uri="{FF2B5EF4-FFF2-40B4-BE49-F238E27FC236}">
                <a16:creationId xmlns:a16="http://schemas.microsoft.com/office/drawing/2014/main" id="{54442355-8C27-E901-8CDA-C2A067733B95}"/>
              </a:ext>
            </a:extLst>
          </p:cNvPr>
          <p:cNvSpPr/>
          <p:nvPr/>
        </p:nvSpPr>
        <p:spPr>
          <a:xfrm rot="11679501">
            <a:off x="2588913" y="1673860"/>
            <a:ext cx="8708761" cy="3065559"/>
          </a:xfrm>
          <a:prstGeom prst="triangle">
            <a:avLst>
              <a:gd name="adj" fmla="val 79218"/>
            </a:avLst>
          </a:prstGeom>
          <a:gradFill>
            <a:gsLst>
              <a:gs pos="0">
                <a:schemeClr val="tx1">
                  <a:alpha val="50000"/>
                </a:schemeClr>
              </a:gs>
              <a:gs pos="100000">
                <a:schemeClr val="tx1">
                  <a:lumMod val="50000"/>
                  <a:alpha val="5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3" name="Group 3082">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076"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077"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78"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82"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38"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39"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0"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1"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2"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3"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4"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5"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146"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7"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8"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9"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0"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151"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2"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3"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4"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5"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6"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7"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8"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9"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60"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11" name="Isosceles Triangle 10">
            <a:extLst>
              <a:ext uri="{FF2B5EF4-FFF2-40B4-BE49-F238E27FC236}">
                <a16:creationId xmlns:a16="http://schemas.microsoft.com/office/drawing/2014/main" id="{692DAA40-36C6-C2DB-1158-27035E9BD57E}"/>
              </a:ext>
            </a:extLst>
          </p:cNvPr>
          <p:cNvSpPr/>
          <p:nvPr/>
        </p:nvSpPr>
        <p:spPr>
          <a:xfrm rot="11679501">
            <a:off x="2744721" y="1691817"/>
            <a:ext cx="8699641" cy="1891377"/>
          </a:xfrm>
          <a:prstGeom prst="triangle">
            <a:avLst>
              <a:gd name="adj" fmla="val 82713"/>
            </a:avLst>
          </a:prstGeom>
          <a:gradFill>
            <a:gsLst>
              <a:gs pos="0">
                <a:schemeClr val="tx1">
                  <a:alpha val="50000"/>
                </a:schemeClr>
              </a:gs>
              <a:gs pos="100000">
                <a:schemeClr val="tx1">
                  <a:lumMod val="75000"/>
                  <a:alpha val="50000"/>
                </a:schemeClr>
              </a:gs>
            </a:gsLst>
            <a:lin ang="2400000" scaled="0"/>
          </a:gra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a:extLst>
              <a:ext uri="{FF2B5EF4-FFF2-40B4-BE49-F238E27FC236}">
                <a16:creationId xmlns:a16="http://schemas.microsoft.com/office/drawing/2014/main" id="{331ADD84-0A0F-7A0B-A8EC-C3D66A9472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554" b="88362"/>
          <a:stretch>
            <a:fillRect/>
          </a:stretch>
        </p:blipFill>
        <p:spPr bwMode="auto">
          <a:xfrm>
            <a:off x="4123797" y="2835911"/>
            <a:ext cx="7389540" cy="1194752"/>
          </a:xfrm>
          <a:prstGeom prst="round2DiagRect">
            <a:avLst>
              <a:gd name="adj1" fmla="val 0"/>
              <a:gd name="adj2" fmla="val 0"/>
            </a:avLst>
          </a:prstGeom>
          <a:noFill/>
          <a:ln w="38100" cap="sq">
            <a:solidFill>
              <a:schemeClr val="bg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517F1BDE-7517-9B45-AF8F-64DFD4EBB21A}"/>
              </a:ext>
            </a:extLst>
          </p:cNvPr>
          <p:cNvSpPr/>
          <p:nvPr/>
        </p:nvSpPr>
        <p:spPr>
          <a:xfrm>
            <a:off x="2390394" y="6406328"/>
            <a:ext cx="432816" cy="196402"/>
          </a:xfrm>
          <a:prstGeom prst="rect">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a:r>
              <a:rPr lang="en-US" sz="1000" dirty="0"/>
              <a:t>Salary</a:t>
            </a:r>
          </a:p>
        </p:txBody>
      </p:sp>
    </p:spTree>
    <p:extLst>
      <p:ext uri="{BB962C8B-B14F-4D97-AF65-F5344CB8AC3E}">
        <p14:creationId xmlns:p14="http://schemas.microsoft.com/office/powerpoint/2010/main" val="61544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43197-8AA5-3FD4-523B-074C2C23063D}"/>
            </a:ext>
          </a:extLst>
        </p:cNvPr>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5"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4107" name="Rectangle 4106">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4109"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4111" name="Group 4110">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112"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113"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4"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5"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6"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7"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8"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19"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0"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1"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2"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3"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4124"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5"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6"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7"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28"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129"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0"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1"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2"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3"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4"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5"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6"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7"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38"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4098" name="Picture 2">
            <a:extLst>
              <a:ext uri="{FF2B5EF4-FFF2-40B4-BE49-F238E27FC236}">
                <a16:creationId xmlns:a16="http://schemas.microsoft.com/office/drawing/2014/main" id="{D19AFE7B-24BB-91A8-186F-2BBB524ECB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9527" y="1018202"/>
            <a:ext cx="7094948" cy="506781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D83484D8-4520-D20A-E6A1-5914DA971D71}"/>
              </a:ext>
            </a:extLst>
          </p:cNvPr>
          <p:cNvCxnSpPr/>
          <p:nvPr/>
        </p:nvCxnSpPr>
        <p:spPr>
          <a:xfrm>
            <a:off x="9004041" y="1611313"/>
            <a:ext cx="2379306" cy="0"/>
          </a:xfrm>
          <a:prstGeom prst="line">
            <a:avLst/>
          </a:prstGeom>
          <a:ln w="3175">
            <a:solidFill>
              <a:schemeClr val="tx1"/>
            </a:solidFill>
          </a:ln>
          <a:effectLst>
            <a:glow rad="139700">
              <a:schemeClr val="tx2">
                <a:lumMod val="60000"/>
                <a:lumOff val="40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A047EDB-47D1-9192-7640-534324B0516D}"/>
              </a:ext>
            </a:extLst>
          </p:cNvPr>
          <p:cNvSpPr/>
          <p:nvPr/>
        </p:nvSpPr>
        <p:spPr>
          <a:xfrm>
            <a:off x="8196603" y="5671313"/>
            <a:ext cx="551808" cy="26669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a:r>
              <a:rPr lang="en-US" sz="1400" dirty="0"/>
              <a:t>Salary</a:t>
            </a:r>
          </a:p>
        </p:txBody>
      </p:sp>
      <p:sp>
        <p:nvSpPr>
          <p:cNvPr id="9" name="Title 1">
            <a:extLst>
              <a:ext uri="{FF2B5EF4-FFF2-40B4-BE49-F238E27FC236}">
                <a16:creationId xmlns:a16="http://schemas.microsoft.com/office/drawing/2014/main" id="{7104FCED-4BBD-3CE7-03BA-6AFAFEFAF3A1}"/>
              </a:ext>
            </a:extLst>
          </p:cNvPr>
          <p:cNvSpPr>
            <a:spLocks noGrp="1"/>
          </p:cNvSpPr>
          <p:nvPr>
            <p:ph type="title"/>
          </p:nvPr>
        </p:nvSpPr>
        <p:spPr>
          <a:xfrm>
            <a:off x="855266" y="618517"/>
            <a:ext cx="3204315" cy="5689147"/>
          </a:xfrm>
        </p:spPr>
        <p:txBody>
          <a:bodyPr>
            <a:normAutofit/>
          </a:bodyPr>
          <a:lstStyle/>
          <a:p>
            <a:r>
              <a:rPr lang="en-US" sz="3200" dirty="0">
                <a:solidFill>
                  <a:srgbClr val="FFFFFF"/>
                </a:solidFill>
              </a:rPr>
              <a:t>Amongst the different career paths, it seems </a:t>
            </a:r>
            <a:r>
              <a:rPr lang="en-US" sz="3200" dirty="0">
                <a:solidFill>
                  <a:srgbClr val="FFFFFF"/>
                </a:solidFill>
                <a:highlight>
                  <a:srgbClr val="800080"/>
                </a:highlight>
              </a:rPr>
              <a:t>the more mathematical and scientific the higher the salary</a:t>
            </a:r>
          </a:p>
        </p:txBody>
      </p:sp>
    </p:spTree>
    <p:extLst>
      <p:ext uri="{BB962C8B-B14F-4D97-AF65-F5344CB8AC3E}">
        <p14:creationId xmlns:p14="http://schemas.microsoft.com/office/powerpoint/2010/main" val="58199497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8DF2C23C-91D1-9A51-605B-B97E1F86F0B9}"/>
            </a:ext>
          </a:extLst>
        </p:cNvPr>
        <p:cNvGrpSpPr/>
        <p:nvPr/>
      </p:nvGrpSpPr>
      <p:grpSpPr>
        <a:xfrm>
          <a:off x="0" y="0"/>
          <a:ext cx="0" cy="0"/>
          <a:chOff x="0" y="0"/>
          <a:chExt cx="0" cy="0"/>
        </a:xfrm>
      </p:grpSpPr>
      <p:sp useBgFill="1">
        <p:nvSpPr>
          <p:cNvPr id="5215" name="Rectangle 5214">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217"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1EE82C4E-964D-C1FC-9B26-B05E661CF44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44587" y="453554"/>
            <a:ext cx="9906001" cy="5943600"/>
          </a:xfrm>
          <a:prstGeom prst="roundRect">
            <a:avLst>
              <a:gd name="adj" fmla="val 508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CE00385-2F9F-D264-B6AF-1272C2A9DAE2}"/>
              </a:ext>
            </a:extLst>
          </p:cNvPr>
          <p:cNvSpPr>
            <a:spLocks noGrp="1"/>
          </p:cNvSpPr>
          <p:nvPr>
            <p:ph type="title"/>
          </p:nvPr>
        </p:nvSpPr>
        <p:spPr>
          <a:xfrm>
            <a:off x="1377949" y="3729038"/>
            <a:ext cx="3975051" cy="2406649"/>
          </a:xfrm>
        </p:spPr>
        <p:txBody>
          <a:bodyPr>
            <a:normAutofit/>
          </a:bodyPr>
          <a:lstStyle/>
          <a:p>
            <a:r>
              <a:rPr lang="en-US" sz="3200" dirty="0">
                <a:solidFill>
                  <a:schemeClr val="bg1"/>
                </a:solidFill>
              </a:rPr>
              <a:t>Amongst the different industries, </a:t>
            </a:r>
            <a:r>
              <a:rPr lang="en-US" sz="3200" dirty="0">
                <a:solidFill>
                  <a:schemeClr val="bg1"/>
                </a:solidFill>
                <a:highlight>
                  <a:srgbClr val="800080"/>
                </a:highlight>
              </a:rPr>
              <a:t>paths heavy in digital info take the cake</a:t>
            </a:r>
            <a:endParaRPr lang="en-US" sz="3200" dirty="0">
              <a:highlight>
                <a:srgbClr val="800080"/>
              </a:highlight>
            </a:endParaRPr>
          </a:p>
        </p:txBody>
      </p:sp>
      <p:grpSp>
        <p:nvGrpSpPr>
          <p:cNvPr id="5219" name="Group 5218">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220"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221"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2"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3"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4"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5"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6"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7"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8"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29"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0"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1"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232"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3"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4"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5"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6"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237"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8"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39"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0"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1"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2"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3"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4"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5"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46"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cxnSp>
        <p:nvCxnSpPr>
          <p:cNvPr id="5" name="Straight Connector 4">
            <a:extLst>
              <a:ext uri="{FF2B5EF4-FFF2-40B4-BE49-F238E27FC236}">
                <a16:creationId xmlns:a16="http://schemas.microsoft.com/office/drawing/2014/main" id="{2A72387A-7F46-9BE2-8B5F-B84A908555A1}"/>
              </a:ext>
            </a:extLst>
          </p:cNvPr>
          <p:cNvCxnSpPr>
            <a:cxnSpLocks/>
          </p:cNvCxnSpPr>
          <p:nvPr/>
        </p:nvCxnSpPr>
        <p:spPr>
          <a:xfrm>
            <a:off x="8174596" y="852594"/>
            <a:ext cx="2618664" cy="0"/>
          </a:xfrm>
          <a:prstGeom prst="line">
            <a:avLst/>
          </a:prstGeom>
          <a:ln w="3175">
            <a:solidFill>
              <a:schemeClr val="tx1"/>
            </a:solidFill>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11BECF3-1D82-40EF-4452-E310971F2E3A}"/>
              </a:ext>
            </a:extLst>
          </p:cNvPr>
          <p:cNvCxnSpPr>
            <a:cxnSpLocks/>
          </p:cNvCxnSpPr>
          <p:nvPr/>
        </p:nvCxnSpPr>
        <p:spPr>
          <a:xfrm>
            <a:off x="7901111" y="992468"/>
            <a:ext cx="2846221" cy="0"/>
          </a:xfrm>
          <a:prstGeom prst="line">
            <a:avLst/>
          </a:prstGeom>
          <a:ln w="3175">
            <a:solidFill>
              <a:schemeClr val="tx1"/>
            </a:solidFill>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6AD2FB1-EC08-93A0-B5DC-A7947B231A1B}"/>
              </a:ext>
            </a:extLst>
          </p:cNvPr>
          <p:cNvSpPr/>
          <p:nvPr/>
        </p:nvSpPr>
        <p:spPr>
          <a:xfrm>
            <a:off x="7873504" y="5983422"/>
            <a:ext cx="551808" cy="266698"/>
          </a:xfrm>
          <a:prstGeom prst="rect">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a:r>
              <a:rPr lang="en-US" sz="1400" dirty="0"/>
              <a:t>Salary</a:t>
            </a:r>
          </a:p>
        </p:txBody>
      </p:sp>
    </p:spTree>
    <p:extLst>
      <p:ext uri="{BB962C8B-B14F-4D97-AF65-F5344CB8AC3E}">
        <p14:creationId xmlns:p14="http://schemas.microsoft.com/office/powerpoint/2010/main" val="24428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B36B-89F2-A441-8057-55804DCB7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D485-DC5D-6CD9-DBBF-049EC94CC66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CF33F71-C147-0E59-ED78-C913694623EA}"/>
              </a:ext>
            </a:extLst>
          </p:cNvPr>
          <p:cNvSpPr>
            <a:spLocks noGrp="1"/>
          </p:cNvSpPr>
          <p:nvPr>
            <p:ph idx="1"/>
          </p:nvPr>
        </p:nvSpPr>
        <p:spPr>
          <a:xfrm>
            <a:off x="1141412" y="2097088"/>
            <a:ext cx="9905999" cy="3541714"/>
          </a:xfrm>
        </p:spPr>
        <p:txBody>
          <a:bodyPr>
            <a:noAutofit/>
          </a:bodyPr>
          <a:lstStyle/>
          <a:p>
            <a:r>
              <a:rPr lang="en-US" sz="2000" dirty="0"/>
              <a:t>When presented with a heatmap of the United States, it was clear to see some clustering of high salaries in the coastal regions</a:t>
            </a:r>
          </a:p>
          <a:p>
            <a:r>
              <a:rPr lang="en-US" sz="2000" dirty="0"/>
              <a:t>Further investigation through the use of dumbbell plot, showed this to be the case with the top five states being California, Massachusetts, D.C., Washington and New York</a:t>
            </a:r>
          </a:p>
          <a:p>
            <a:r>
              <a:rPr lang="en-US" sz="2000" dirty="0"/>
              <a:t>Comparing the career paths amongst themselves showed us how jobs oriented more towards mathematics, statistics, and science had higher salary outcomes than the rest</a:t>
            </a:r>
          </a:p>
          <a:p>
            <a:r>
              <a:rPr lang="en-US" sz="2000" dirty="0"/>
              <a:t>Finally, when looking into the industries, it seems work heavy in providing and managing digital info have the highest salaries in the data field</a:t>
            </a:r>
          </a:p>
          <a:p>
            <a:r>
              <a:rPr lang="en-US" sz="2000" dirty="0"/>
              <a:t>All in all, the field of data practitioners is a very lucrative field, one must just take into consideration where they work and what industry they are in</a:t>
            </a:r>
          </a:p>
        </p:txBody>
      </p:sp>
    </p:spTree>
    <p:extLst>
      <p:ext uri="{BB962C8B-B14F-4D97-AF65-F5344CB8AC3E}">
        <p14:creationId xmlns:p14="http://schemas.microsoft.com/office/powerpoint/2010/main" val="1176401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E927-D877-EB22-5F05-E8F216726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22794-00B1-3D62-C25E-A9020EFC1897}"/>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D16DD40E-6943-55E6-E052-23F8F9BC02C5}"/>
              </a:ext>
            </a:extLst>
          </p:cNvPr>
          <p:cNvSpPr>
            <a:spLocks noGrp="1"/>
          </p:cNvSpPr>
          <p:nvPr>
            <p:ph idx="1"/>
          </p:nvPr>
        </p:nvSpPr>
        <p:spPr>
          <a:xfrm>
            <a:off x="1141412" y="2097088"/>
            <a:ext cx="9905999" cy="3541714"/>
          </a:xfrm>
        </p:spPr>
        <p:txBody>
          <a:bodyPr/>
          <a:lstStyle/>
          <a:p>
            <a:pPr marL="0" indent="0">
              <a:buNone/>
            </a:pPr>
            <a:r>
              <a:rPr lang="en-US" dirty="0"/>
              <a:t>Salary Data:</a:t>
            </a:r>
          </a:p>
          <a:p>
            <a:pPr marL="0" indent="0">
              <a:buNone/>
            </a:pPr>
            <a:r>
              <a:rPr lang="en-US" dirty="0"/>
              <a:t>https://www.bls.gov/oes/oes_research_2025.htm</a:t>
            </a:r>
          </a:p>
        </p:txBody>
      </p:sp>
    </p:spTree>
    <p:extLst>
      <p:ext uri="{BB962C8B-B14F-4D97-AF65-F5344CB8AC3E}">
        <p14:creationId xmlns:p14="http://schemas.microsoft.com/office/powerpoint/2010/main" val="53820389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150</TotalTime>
  <Words>416</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Calibri</vt:lpstr>
      <vt:lpstr>Calibri Light</vt:lpstr>
      <vt:lpstr>Tw Cen MT</vt:lpstr>
      <vt:lpstr>Office Theme</vt:lpstr>
      <vt:lpstr>Circuit</vt:lpstr>
      <vt:lpstr>DATA608 Assignment 4</vt:lpstr>
      <vt:lpstr>Prompt</vt:lpstr>
      <vt:lpstr>Prelude</vt:lpstr>
      <vt:lpstr>Higher paying salaries throughout the states seem to cluster around the coasts</vt:lpstr>
      <vt:lpstr>A deeper look proves this to be true with the top five states being close to the coasts</vt:lpstr>
      <vt:lpstr>Amongst the different career paths, it seems the more mathematical and scientific the higher the salary</vt:lpstr>
      <vt:lpstr>Amongst the different industries, paths heavy in digital info take the cake</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3</cp:revision>
  <dcterms:created xsi:type="dcterms:W3CDTF">2026-05-26T17:05:17Z</dcterms:created>
  <dcterms:modified xsi:type="dcterms:W3CDTF">2026-05-26T19:35:57Z</dcterms:modified>
</cp:coreProperties>
</file>