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29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20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72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2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22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9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0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9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37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9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328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8402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55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52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5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99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48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3113054-4EF8-4D20-BFDB-E91F8AB0AF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9134F-EC86-4D3D-86AE-86A5824E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028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CE69-6328-48B4-6061-BB6860F371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DATA608 Assignment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5041E-5390-9063-F664-7414F2E7EB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Steven Gonzalez</a:t>
            </a:r>
          </a:p>
        </p:txBody>
      </p:sp>
    </p:spTree>
    <p:extLst>
      <p:ext uri="{BB962C8B-B14F-4D97-AF65-F5344CB8AC3E}">
        <p14:creationId xmlns:p14="http://schemas.microsoft.com/office/powerpoint/2010/main" val="3699001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D09A-D25A-0B34-49DD-B03E880DE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16159"/>
          </a:xfrm>
        </p:spPr>
        <p:txBody>
          <a:bodyPr/>
          <a:lstStyle/>
          <a:p>
            <a:r>
              <a:rPr lang="en-US" dirty="0"/>
              <a:t>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B414D-A92F-161B-2368-235802989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68878"/>
            <a:ext cx="8946541" cy="47795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+mn-lt"/>
              </a:rPr>
              <a:t>The Federal Reserve's mandate from Congress is to control inflation and to maintain low unemployment. These seem to be contradictory objectives.</a:t>
            </a: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For this story you will need to source the following data for the last 25 years;</a:t>
            </a:r>
          </a:p>
          <a:p>
            <a:pPr lvl="1"/>
            <a:r>
              <a:rPr lang="en-US" sz="2200" dirty="0">
                <a:latin typeface="+mn-lt"/>
              </a:rPr>
              <a:t>The Consumer Price Index (CPI) (Bureau of Labor Statistics)</a:t>
            </a:r>
          </a:p>
          <a:p>
            <a:pPr lvl="1"/>
            <a:r>
              <a:rPr lang="en-US" sz="2200" dirty="0">
                <a:latin typeface="+mn-lt"/>
              </a:rPr>
              <a:t>The FED Funds Rate (FRED) (Federal Reserve Board)</a:t>
            </a:r>
          </a:p>
          <a:p>
            <a:pPr lvl="1"/>
            <a:r>
              <a:rPr lang="en-US" sz="2200" dirty="0">
                <a:latin typeface="+mn-lt"/>
              </a:rPr>
              <a:t>Unemployment Rate (Bureau of Labor Statistics)</a:t>
            </a: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Your Data Visualizations should be designed to answer the question "Has the FED been able to fulfill the mandate given to it by Congress?"</a:t>
            </a:r>
          </a:p>
        </p:txBody>
      </p:sp>
    </p:spTree>
    <p:extLst>
      <p:ext uri="{BB962C8B-B14F-4D97-AF65-F5344CB8AC3E}">
        <p14:creationId xmlns:p14="http://schemas.microsoft.com/office/powerpoint/2010/main" val="2513995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7788A-49FD-8DF6-7CD6-1814ED8B6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BBDE-3FD8-FD80-C8C7-B2C9E2A8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16159"/>
          </a:xfrm>
        </p:spPr>
        <p:txBody>
          <a:bodyPr/>
          <a:lstStyle/>
          <a:p>
            <a:r>
              <a:rPr lang="en-US" dirty="0"/>
              <a:t>Prelude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C2FD4-1C20-C321-AF52-764C902C3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68878"/>
            <a:ext cx="8946541" cy="477952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6407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DEF52-8998-EE8D-3A12-8FB0D2E5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9CCB3-A335-6CE7-7399-8B005C321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6988" y="531159"/>
            <a:ext cx="4433989" cy="579568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E448BD7-EA75-4168-F62A-18E5F349E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00" y="1044104"/>
            <a:ext cx="6008588" cy="4769792"/>
          </a:xfrm>
          <a:prstGeom prst="rect">
            <a:avLst/>
          </a:prstGeom>
          <a:ln w="19050"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550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450D8-BA2C-049E-F1EE-B7C868ABD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281A7-8A85-A9F3-6947-1FA742533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6988" y="531159"/>
            <a:ext cx="4433989" cy="579568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+mn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DCC5D4E-E96A-EBC5-3207-CEE0EF7B1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00" y="1044104"/>
            <a:ext cx="6008588" cy="4769791"/>
          </a:xfrm>
          <a:prstGeom prst="rect">
            <a:avLst/>
          </a:prstGeom>
          <a:ln w="19050"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823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CD176-BB23-58BF-9909-B78E36BDB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FB652-2895-F3B8-DA16-64D2995ED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6988" y="531159"/>
            <a:ext cx="4433989" cy="579568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+mn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8020BF1-BC91-F2CC-FF10-642F1C2C9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00" y="1044104"/>
            <a:ext cx="6008588" cy="4769791"/>
          </a:xfrm>
          <a:prstGeom prst="rect">
            <a:avLst/>
          </a:prstGeom>
          <a:ln w="19050"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246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B68F4-3E32-1447-D64F-68F91B5C6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BA356-1567-F823-DEEB-C3B78B877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6988" y="531159"/>
            <a:ext cx="4433989" cy="579568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+mn-l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C14B193-73EE-366B-7DAB-813DFAD85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00" y="1044104"/>
            <a:ext cx="6008588" cy="4769791"/>
          </a:xfrm>
          <a:prstGeom prst="rect">
            <a:avLst/>
          </a:prstGeom>
          <a:ln w="19050"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9248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8B44-02B9-3F2E-2DC5-E49719EF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36D2-846B-3D1C-303B-BD35B55B0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16159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94862-B907-33E7-3F59-70F9D41C2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68878"/>
            <a:ext cx="8946541" cy="477952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5881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40</TotalTime>
  <Words>107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DATA608 Assignment 2</vt:lpstr>
      <vt:lpstr>Prompt</vt:lpstr>
      <vt:lpstr>Prelude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Gonzalez</dc:creator>
  <cp:lastModifiedBy>Steven Gonzalez</cp:lastModifiedBy>
  <cp:revision>2</cp:revision>
  <dcterms:created xsi:type="dcterms:W3CDTF">2026-05-18T14:19:42Z</dcterms:created>
  <dcterms:modified xsi:type="dcterms:W3CDTF">2026-05-18T15:00:07Z</dcterms:modified>
</cp:coreProperties>
</file>